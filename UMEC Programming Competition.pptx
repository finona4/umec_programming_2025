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Quantico"/>
      <p:regular r:id="rId16"/>
      <p:bold r:id="rId17"/>
      <p:italic r:id="rId18"/>
      <p:boldItalic r:id="rId19"/>
    </p:embeddedFont>
    <p:embeddedFont>
      <p:font typeface="La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22" Type="http://schemas.openxmlformats.org/officeDocument/2006/relationships/font" Target="fonts/Lato-italic.fntdata"/><Relationship Id="rId21" Type="http://schemas.openxmlformats.org/officeDocument/2006/relationships/font" Target="fonts/Lato-bold.fntdata"/><Relationship Id="rId23" Type="http://schemas.openxmlformats.org/officeDocument/2006/relationships/font" Target="fonts/La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Quantico-bold.fntdata"/><Relationship Id="rId16" Type="http://schemas.openxmlformats.org/officeDocument/2006/relationships/font" Target="fonts/Quantico-regular.fntdata"/><Relationship Id="rId19" Type="http://schemas.openxmlformats.org/officeDocument/2006/relationships/font" Target="fonts/Quantico-boldItalic.fntdata"/><Relationship Id="rId18" Type="http://schemas.openxmlformats.org/officeDocument/2006/relationships/font" Target="fonts/Quantico-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a835ee71c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a835ee71c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a835ee71c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a835ee71c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a835ee71c8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a835ee71c8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a835ee71c8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a835ee71c8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a835ee71c8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a835ee71c8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a835ee71c8_0_10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a835ee71c8_0_10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a835ee71c8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a835ee71c8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a835ee71c8_0_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a835ee71c8_0_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a835ee71c8_0_10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a835ee71c8_0_10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a835ee71c8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a835ee71c8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BLANK_16_1_1">
    <p:bg>
      <p:bgPr>
        <a:solidFill>
          <a:schemeClr val="lt2"/>
        </a:solidFill>
      </p:bgPr>
    </p:bg>
    <p:spTree>
      <p:nvGrpSpPr>
        <p:cNvPr id="8" name="Shape 8"/>
        <p:cNvGrpSpPr/>
        <p:nvPr/>
      </p:nvGrpSpPr>
      <p:grpSpPr>
        <a:xfrm>
          <a:off x="0" y="0"/>
          <a:ext cx="0" cy="0"/>
          <a:chOff x="0" y="0"/>
          <a:chExt cx="0" cy="0"/>
        </a:xfrm>
      </p:grpSpPr>
      <p:sp>
        <p:nvSpPr>
          <p:cNvPr id="9" name="Google Shape;9;p2"/>
          <p:cNvSpPr/>
          <p:nvPr/>
        </p:nvSpPr>
        <p:spPr>
          <a:xfrm>
            <a:off x="0" y="0"/>
            <a:ext cx="5440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0" name="Google Shape;10;p2"/>
          <p:cNvSpPr/>
          <p:nvPr/>
        </p:nvSpPr>
        <p:spPr>
          <a:xfrm>
            <a:off x="5440200" y="555250"/>
            <a:ext cx="3703800" cy="4588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 name="Google Shape;11;p2"/>
          <p:cNvSpPr/>
          <p:nvPr/>
        </p:nvSpPr>
        <p:spPr>
          <a:xfrm>
            <a:off x="636875" y="563400"/>
            <a:ext cx="4803000" cy="4588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2" name="Google Shape;12;p2"/>
          <p:cNvSpPr txBox="1"/>
          <p:nvPr>
            <p:ph type="title"/>
          </p:nvPr>
        </p:nvSpPr>
        <p:spPr>
          <a:xfrm>
            <a:off x="876900" y="874250"/>
            <a:ext cx="4387500" cy="2632500"/>
          </a:xfrm>
          <a:prstGeom prst="rect">
            <a:avLst/>
          </a:prstGeom>
        </p:spPr>
        <p:txBody>
          <a:bodyPr anchorCtr="0" anchor="t" bIns="0" lIns="0" spcFirstLastPara="1" rIns="91425" wrap="square" tIns="0">
            <a:noAutofit/>
          </a:bodyPr>
          <a:lstStyle>
            <a:lvl1pPr lvl="0">
              <a:lnSpc>
                <a:spcPct val="80000"/>
              </a:lnSpc>
              <a:spcBef>
                <a:spcPts val="0"/>
              </a:spcBef>
              <a:spcAft>
                <a:spcPts val="0"/>
              </a:spcAft>
              <a:buSzPts val="3000"/>
              <a:buNone/>
              <a:defRPr sz="7500"/>
            </a:lvl1pPr>
            <a:lvl2pPr lvl="1">
              <a:lnSpc>
                <a:spcPct val="80000"/>
              </a:lnSpc>
              <a:spcBef>
                <a:spcPts val="0"/>
              </a:spcBef>
              <a:spcAft>
                <a:spcPts val="0"/>
              </a:spcAft>
              <a:buSzPts val="3000"/>
              <a:buNone/>
              <a:defRPr sz="7500">
                <a:latin typeface="Quantico"/>
                <a:ea typeface="Quantico"/>
                <a:cs typeface="Quantico"/>
                <a:sym typeface="Quantico"/>
              </a:defRPr>
            </a:lvl2pPr>
            <a:lvl3pPr lvl="2">
              <a:lnSpc>
                <a:spcPct val="80000"/>
              </a:lnSpc>
              <a:spcBef>
                <a:spcPts val="0"/>
              </a:spcBef>
              <a:spcAft>
                <a:spcPts val="0"/>
              </a:spcAft>
              <a:buSzPts val="3000"/>
              <a:buNone/>
              <a:defRPr sz="7500">
                <a:latin typeface="Quantico"/>
                <a:ea typeface="Quantico"/>
                <a:cs typeface="Quantico"/>
                <a:sym typeface="Quantico"/>
              </a:defRPr>
            </a:lvl3pPr>
            <a:lvl4pPr lvl="3">
              <a:lnSpc>
                <a:spcPct val="80000"/>
              </a:lnSpc>
              <a:spcBef>
                <a:spcPts val="0"/>
              </a:spcBef>
              <a:spcAft>
                <a:spcPts val="0"/>
              </a:spcAft>
              <a:buSzPts val="3000"/>
              <a:buNone/>
              <a:defRPr sz="7500">
                <a:latin typeface="Quantico"/>
                <a:ea typeface="Quantico"/>
                <a:cs typeface="Quantico"/>
                <a:sym typeface="Quantico"/>
              </a:defRPr>
            </a:lvl4pPr>
            <a:lvl5pPr lvl="4">
              <a:lnSpc>
                <a:spcPct val="80000"/>
              </a:lnSpc>
              <a:spcBef>
                <a:spcPts val="0"/>
              </a:spcBef>
              <a:spcAft>
                <a:spcPts val="0"/>
              </a:spcAft>
              <a:buSzPts val="3000"/>
              <a:buNone/>
              <a:defRPr sz="7500">
                <a:latin typeface="Quantico"/>
                <a:ea typeface="Quantico"/>
                <a:cs typeface="Quantico"/>
                <a:sym typeface="Quantico"/>
              </a:defRPr>
            </a:lvl5pPr>
            <a:lvl6pPr lvl="5">
              <a:lnSpc>
                <a:spcPct val="80000"/>
              </a:lnSpc>
              <a:spcBef>
                <a:spcPts val="0"/>
              </a:spcBef>
              <a:spcAft>
                <a:spcPts val="0"/>
              </a:spcAft>
              <a:buSzPts val="3000"/>
              <a:buNone/>
              <a:defRPr sz="7500">
                <a:latin typeface="Quantico"/>
                <a:ea typeface="Quantico"/>
                <a:cs typeface="Quantico"/>
                <a:sym typeface="Quantico"/>
              </a:defRPr>
            </a:lvl6pPr>
            <a:lvl7pPr lvl="6">
              <a:lnSpc>
                <a:spcPct val="80000"/>
              </a:lnSpc>
              <a:spcBef>
                <a:spcPts val="0"/>
              </a:spcBef>
              <a:spcAft>
                <a:spcPts val="0"/>
              </a:spcAft>
              <a:buSzPts val="3000"/>
              <a:buNone/>
              <a:defRPr sz="7500">
                <a:latin typeface="Quantico"/>
                <a:ea typeface="Quantico"/>
                <a:cs typeface="Quantico"/>
                <a:sym typeface="Quantico"/>
              </a:defRPr>
            </a:lvl7pPr>
            <a:lvl8pPr lvl="7">
              <a:lnSpc>
                <a:spcPct val="80000"/>
              </a:lnSpc>
              <a:spcBef>
                <a:spcPts val="0"/>
              </a:spcBef>
              <a:spcAft>
                <a:spcPts val="0"/>
              </a:spcAft>
              <a:buSzPts val="3000"/>
              <a:buNone/>
              <a:defRPr sz="7500">
                <a:latin typeface="Quantico"/>
                <a:ea typeface="Quantico"/>
                <a:cs typeface="Quantico"/>
                <a:sym typeface="Quantico"/>
              </a:defRPr>
            </a:lvl8pPr>
            <a:lvl9pPr lvl="8">
              <a:lnSpc>
                <a:spcPct val="80000"/>
              </a:lnSpc>
              <a:spcBef>
                <a:spcPts val="0"/>
              </a:spcBef>
              <a:spcAft>
                <a:spcPts val="0"/>
              </a:spcAft>
              <a:buSzPts val="3000"/>
              <a:buNone/>
              <a:defRPr sz="7500">
                <a:latin typeface="Quantico"/>
                <a:ea typeface="Quantico"/>
                <a:cs typeface="Quantico"/>
                <a:sym typeface="Quantico"/>
              </a:defRPr>
            </a:lvl9pPr>
          </a:lstStyle>
          <a:p/>
        </p:txBody>
      </p:sp>
      <p:sp>
        <p:nvSpPr>
          <p:cNvPr id="13" name="Google Shape;13;p2"/>
          <p:cNvSpPr txBox="1"/>
          <p:nvPr>
            <p:ph idx="1" type="subTitle"/>
          </p:nvPr>
        </p:nvSpPr>
        <p:spPr>
          <a:xfrm>
            <a:off x="958450" y="4298625"/>
            <a:ext cx="2008500" cy="4527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dk1"/>
              </a:buClr>
              <a:buSzPts val="1100"/>
              <a:buNone/>
              <a:defRPr>
                <a:solidFill>
                  <a:schemeClr val="dk1"/>
                </a:solidFill>
              </a:defRPr>
            </a:lvl1pPr>
            <a:lvl2pPr lvl="1">
              <a:lnSpc>
                <a:spcPct val="115000"/>
              </a:lnSpc>
              <a:spcBef>
                <a:spcPts val="1000"/>
              </a:spcBef>
              <a:spcAft>
                <a:spcPts val="0"/>
              </a:spcAft>
              <a:buClr>
                <a:schemeClr val="dk1"/>
              </a:buClr>
              <a:buSzPts val="1100"/>
              <a:buNone/>
              <a:defRPr>
                <a:solidFill>
                  <a:schemeClr val="dk1"/>
                </a:solidFill>
              </a:defRPr>
            </a:lvl2pPr>
            <a:lvl3pPr lvl="2">
              <a:lnSpc>
                <a:spcPct val="115000"/>
              </a:lnSpc>
              <a:spcBef>
                <a:spcPts val="1000"/>
              </a:spcBef>
              <a:spcAft>
                <a:spcPts val="0"/>
              </a:spcAft>
              <a:buClr>
                <a:schemeClr val="dk1"/>
              </a:buClr>
              <a:buSzPts val="1100"/>
              <a:buNone/>
              <a:defRPr>
                <a:solidFill>
                  <a:schemeClr val="dk1"/>
                </a:solidFill>
              </a:defRPr>
            </a:lvl3pPr>
            <a:lvl4pPr lvl="3">
              <a:lnSpc>
                <a:spcPct val="115000"/>
              </a:lnSpc>
              <a:spcBef>
                <a:spcPts val="1000"/>
              </a:spcBef>
              <a:spcAft>
                <a:spcPts val="0"/>
              </a:spcAft>
              <a:buClr>
                <a:schemeClr val="dk1"/>
              </a:buClr>
              <a:buSzPts val="1100"/>
              <a:buNone/>
              <a:defRPr>
                <a:solidFill>
                  <a:schemeClr val="dk1"/>
                </a:solidFill>
              </a:defRPr>
            </a:lvl4pPr>
            <a:lvl5pPr lvl="4">
              <a:lnSpc>
                <a:spcPct val="115000"/>
              </a:lnSpc>
              <a:spcBef>
                <a:spcPts val="1000"/>
              </a:spcBef>
              <a:spcAft>
                <a:spcPts val="0"/>
              </a:spcAft>
              <a:buClr>
                <a:schemeClr val="dk1"/>
              </a:buClr>
              <a:buSzPts val="1100"/>
              <a:buNone/>
              <a:defRPr>
                <a:solidFill>
                  <a:schemeClr val="dk1"/>
                </a:solidFill>
              </a:defRPr>
            </a:lvl5pPr>
            <a:lvl6pPr lvl="5">
              <a:lnSpc>
                <a:spcPct val="115000"/>
              </a:lnSpc>
              <a:spcBef>
                <a:spcPts val="1000"/>
              </a:spcBef>
              <a:spcAft>
                <a:spcPts val="0"/>
              </a:spcAft>
              <a:buClr>
                <a:schemeClr val="dk1"/>
              </a:buClr>
              <a:buSzPts val="1100"/>
              <a:buNone/>
              <a:defRPr>
                <a:solidFill>
                  <a:schemeClr val="dk1"/>
                </a:solidFill>
              </a:defRPr>
            </a:lvl6pPr>
            <a:lvl7pPr lvl="6">
              <a:lnSpc>
                <a:spcPct val="115000"/>
              </a:lnSpc>
              <a:spcBef>
                <a:spcPts val="1000"/>
              </a:spcBef>
              <a:spcAft>
                <a:spcPts val="0"/>
              </a:spcAft>
              <a:buClr>
                <a:schemeClr val="dk1"/>
              </a:buClr>
              <a:buSzPts val="1100"/>
              <a:buNone/>
              <a:defRPr>
                <a:solidFill>
                  <a:schemeClr val="dk1"/>
                </a:solidFill>
              </a:defRPr>
            </a:lvl7pPr>
            <a:lvl8pPr lvl="7">
              <a:lnSpc>
                <a:spcPct val="115000"/>
              </a:lnSpc>
              <a:spcBef>
                <a:spcPts val="1000"/>
              </a:spcBef>
              <a:spcAft>
                <a:spcPts val="0"/>
              </a:spcAft>
              <a:buClr>
                <a:schemeClr val="dk1"/>
              </a:buClr>
              <a:buSzPts val="1100"/>
              <a:buNone/>
              <a:defRPr>
                <a:solidFill>
                  <a:schemeClr val="dk1"/>
                </a:solidFill>
              </a:defRPr>
            </a:lvl8pPr>
            <a:lvl9pPr lvl="8">
              <a:lnSpc>
                <a:spcPct val="115000"/>
              </a:lnSpc>
              <a:spcBef>
                <a:spcPts val="1000"/>
              </a:spcBef>
              <a:spcAft>
                <a:spcPts val="1000"/>
              </a:spcAft>
              <a:buClr>
                <a:schemeClr val="dk1"/>
              </a:buClr>
              <a:buSzPts val="1100"/>
              <a:buNone/>
              <a:defRPr>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
    <p:bg>
      <p:bgPr>
        <a:solidFill>
          <a:schemeClr val="lt1"/>
        </a:solidFill>
      </p:bgPr>
    </p:bg>
    <p:spTree>
      <p:nvGrpSpPr>
        <p:cNvPr id="14" name="Shape 14"/>
        <p:cNvGrpSpPr/>
        <p:nvPr/>
      </p:nvGrpSpPr>
      <p:grpSpPr>
        <a:xfrm>
          <a:off x="0" y="0"/>
          <a:ext cx="0" cy="0"/>
          <a:chOff x="0" y="0"/>
          <a:chExt cx="0" cy="0"/>
        </a:xfrm>
      </p:grpSpPr>
      <p:sp>
        <p:nvSpPr>
          <p:cNvPr id="15" name="Google Shape;15;p3"/>
          <p:cNvSpPr txBox="1"/>
          <p:nvPr>
            <p:ph idx="1" type="subTitle"/>
          </p:nvPr>
        </p:nvSpPr>
        <p:spPr>
          <a:xfrm>
            <a:off x="411875" y="389750"/>
            <a:ext cx="2237100" cy="816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1pPr>
            <a:lvl2pPr lvl="1">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9pPr>
          </a:lstStyle>
          <a:p/>
        </p:txBody>
      </p:sp>
      <p:sp>
        <p:nvSpPr>
          <p:cNvPr id="16" name="Google Shape;16;p3"/>
          <p:cNvSpPr txBox="1"/>
          <p:nvPr>
            <p:ph idx="2" type="subTitle"/>
          </p:nvPr>
        </p:nvSpPr>
        <p:spPr>
          <a:xfrm>
            <a:off x="3469838" y="218278"/>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accent6"/>
              </a:buClr>
              <a:buSzPts val="1000"/>
              <a:buNone/>
              <a:defRPr sz="2200">
                <a:solidFill>
                  <a:schemeClr val="accent6"/>
                </a:solidFill>
              </a:defRPr>
            </a:lvl1pPr>
            <a:lvl2pPr lvl="1">
              <a:lnSpc>
                <a:spcPct val="80000"/>
              </a:lnSpc>
              <a:spcBef>
                <a:spcPts val="0"/>
              </a:spcBef>
              <a:spcAft>
                <a:spcPts val="0"/>
              </a:spcAft>
              <a:buClr>
                <a:schemeClr val="accent6"/>
              </a:buClr>
              <a:buSzPts val="1000"/>
              <a:buNone/>
              <a:defRPr sz="2200">
                <a:solidFill>
                  <a:schemeClr val="accent6"/>
                </a:solidFill>
              </a:defRPr>
            </a:lvl2pPr>
            <a:lvl3pPr lvl="2">
              <a:lnSpc>
                <a:spcPct val="80000"/>
              </a:lnSpc>
              <a:spcBef>
                <a:spcPts val="0"/>
              </a:spcBef>
              <a:spcAft>
                <a:spcPts val="0"/>
              </a:spcAft>
              <a:buClr>
                <a:schemeClr val="accent6"/>
              </a:buClr>
              <a:buSzPts val="1000"/>
              <a:buNone/>
              <a:defRPr sz="2200">
                <a:solidFill>
                  <a:schemeClr val="accent6"/>
                </a:solidFill>
              </a:defRPr>
            </a:lvl3pPr>
            <a:lvl4pPr lvl="3">
              <a:lnSpc>
                <a:spcPct val="80000"/>
              </a:lnSpc>
              <a:spcBef>
                <a:spcPts val="0"/>
              </a:spcBef>
              <a:spcAft>
                <a:spcPts val="0"/>
              </a:spcAft>
              <a:buClr>
                <a:schemeClr val="accent6"/>
              </a:buClr>
              <a:buSzPts val="1000"/>
              <a:buNone/>
              <a:defRPr sz="2200">
                <a:solidFill>
                  <a:schemeClr val="accent6"/>
                </a:solidFill>
              </a:defRPr>
            </a:lvl4pPr>
            <a:lvl5pPr lvl="4">
              <a:lnSpc>
                <a:spcPct val="80000"/>
              </a:lnSpc>
              <a:spcBef>
                <a:spcPts val="0"/>
              </a:spcBef>
              <a:spcAft>
                <a:spcPts val="0"/>
              </a:spcAft>
              <a:buClr>
                <a:schemeClr val="accent6"/>
              </a:buClr>
              <a:buSzPts val="1000"/>
              <a:buNone/>
              <a:defRPr sz="2200">
                <a:solidFill>
                  <a:schemeClr val="accent6"/>
                </a:solidFill>
              </a:defRPr>
            </a:lvl5pPr>
            <a:lvl6pPr lvl="5">
              <a:lnSpc>
                <a:spcPct val="80000"/>
              </a:lnSpc>
              <a:spcBef>
                <a:spcPts val="0"/>
              </a:spcBef>
              <a:spcAft>
                <a:spcPts val="0"/>
              </a:spcAft>
              <a:buClr>
                <a:schemeClr val="accent6"/>
              </a:buClr>
              <a:buSzPts val="1000"/>
              <a:buNone/>
              <a:defRPr sz="2200">
                <a:solidFill>
                  <a:schemeClr val="accent6"/>
                </a:solidFill>
              </a:defRPr>
            </a:lvl6pPr>
            <a:lvl7pPr lvl="6">
              <a:lnSpc>
                <a:spcPct val="80000"/>
              </a:lnSpc>
              <a:spcBef>
                <a:spcPts val="0"/>
              </a:spcBef>
              <a:spcAft>
                <a:spcPts val="0"/>
              </a:spcAft>
              <a:buClr>
                <a:schemeClr val="accent6"/>
              </a:buClr>
              <a:buSzPts val="1000"/>
              <a:buNone/>
              <a:defRPr sz="2200">
                <a:solidFill>
                  <a:schemeClr val="accent6"/>
                </a:solidFill>
              </a:defRPr>
            </a:lvl7pPr>
            <a:lvl8pPr lvl="7">
              <a:lnSpc>
                <a:spcPct val="80000"/>
              </a:lnSpc>
              <a:spcBef>
                <a:spcPts val="0"/>
              </a:spcBef>
              <a:spcAft>
                <a:spcPts val="0"/>
              </a:spcAft>
              <a:buClr>
                <a:schemeClr val="accent6"/>
              </a:buClr>
              <a:buSzPts val="1000"/>
              <a:buNone/>
              <a:defRPr sz="2200">
                <a:solidFill>
                  <a:schemeClr val="accent6"/>
                </a:solidFill>
              </a:defRPr>
            </a:lvl8pPr>
            <a:lvl9pPr lvl="8">
              <a:lnSpc>
                <a:spcPct val="80000"/>
              </a:lnSpc>
              <a:spcBef>
                <a:spcPts val="0"/>
              </a:spcBef>
              <a:spcAft>
                <a:spcPts val="0"/>
              </a:spcAft>
              <a:buClr>
                <a:schemeClr val="accent6"/>
              </a:buClr>
              <a:buSzPts val="1000"/>
              <a:buNone/>
              <a:defRPr sz="2200">
                <a:solidFill>
                  <a:schemeClr val="accent6"/>
                </a:solidFill>
              </a:defRPr>
            </a:lvl9pPr>
          </a:lstStyle>
          <a:p/>
        </p:txBody>
      </p:sp>
      <p:sp>
        <p:nvSpPr>
          <p:cNvPr id="17" name="Google Shape;17;p3"/>
          <p:cNvSpPr txBox="1"/>
          <p:nvPr>
            <p:ph idx="3" type="subTitle"/>
          </p:nvPr>
        </p:nvSpPr>
        <p:spPr>
          <a:xfrm>
            <a:off x="3469838" y="1064402"/>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accent6"/>
              </a:buClr>
              <a:buSzPts val="1000"/>
              <a:buNone/>
              <a:defRPr sz="2200">
                <a:solidFill>
                  <a:schemeClr val="accent6"/>
                </a:solidFill>
              </a:defRPr>
            </a:lvl1pPr>
            <a:lvl2pPr lvl="1">
              <a:lnSpc>
                <a:spcPct val="80000"/>
              </a:lnSpc>
              <a:spcBef>
                <a:spcPts val="0"/>
              </a:spcBef>
              <a:spcAft>
                <a:spcPts val="0"/>
              </a:spcAft>
              <a:buClr>
                <a:schemeClr val="accent6"/>
              </a:buClr>
              <a:buSzPts val="1000"/>
              <a:buNone/>
              <a:defRPr sz="2200">
                <a:solidFill>
                  <a:schemeClr val="accent6"/>
                </a:solidFill>
              </a:defRPr>
            </a:lvl2pPr>
            <a:lvl3pPr lvl="2">
              <a:lnSpc>
                <a:spcPct val="80000"/>
              </a:lnSpc>
              <a:spcBef>
                <a:spcPts val="0"/>
              </a:spcBef>
              <a:spcAft>
                <a:spcPts val="0"/>
              </a:spcAft>
              <a:buClr>
                <a:schemeClr val="accent6"/>
              </a:buClr>
              <a:buSzPts val="1000"/>
              <a:buNone/>
              <a:defRPr sz="2200">
                <a:solidFill>
                  <a:schemeClr val="accent6"/>
                </a:solidFill>
              </a:defRPr>
            </a:lvl3pPr>
            <a:lvl4pPr lvl="3">
              <a:lnSpc>
                <a:spcPct val="80000"/>
              </a:lnSpc>
              <a:spcBef>
                <a:spcPts val="0"/>
              </a:spcBef>
              <a:spcAft>
                <a:spcPts val="0"/>
              </a:spcAft>
              <a:buClr>
                <a:schemeClr val="accent6"/>
              </a:buClr>
              <a:buSzPts val="1000"/>
              <a:buNone/>
              <a:defRPr sz="2200">
                <a:solidFill>
                  <a:schemeClr val="accent6"/>
                </a:solidFill>
              </a:defRPr>
            </a:lvl4pPr>
            <a:lvl5pPr lvl="4">
              <a:lnSpc>
                <a:spcPct val="80000"/>
              </a:lnSpc>
              <a:spcBef>
                <a:spcPts val="0"/>
              </a:spcBef>
              <a:spcAft>
                <a:spcPts val="0"/>
              </a:spcAft>
              <a:buClr>
                <a:schemeClr val="accent6"/>
              </a:buClr>
              <a:buSzPts val="1000"/>
              <a:buNone/>
              <a:defRPr sz="2200">
                <a:solidFill>
                  <a:schemeClr val="accent6"/>
                </a:solidFill>
              </a:defRPr>
            </a:lvl5pPr>
            <a:lvl6pPr lvl="5">
              <a:lnSpc>
                <a:spcPct val="80000"/>
              </a:lnSpc>
              <a:spcBef>
                <a:spcPts val="0"/>
              </a:spcBef>
              <a:spcAft>
                <a:spcPts val="0"/>
              </a:spcAft>
              <a:buClr>
                <a:schemeClr val="accent6"/>
              </a:buClr>
              <a:buSzPts val="1000"/>
              <a:buNone/>
              <a:defRPr sz="2200">
                <a:solidFill>
                  <a:schemeClr val="accent6"/>
                </a:solidFill>
              </a:defRPr>
            </a:lvl6pPr>
            <a:lvl7pPr lvl="6">
              <a:lnSpc>
                <a:spcPct val="80000"/>
              </a:lnSpc>
              <a:spcBef>
                <a:spcPts val="0"/>
              </a:spcBef>
              <a:spcAft>
                <a:spcPts val="0"/>
              </a:spcAft>
              <a:buClr>
                <a:schemeClr val="accent6"/>
              </a:buClr>
              <a:buSzPts val="1000"/>
              <a:buNone/>
              <a:defRPr sz="2200">
                <a:solidFill>
                  <a:schemeClr val="accent6"/>
                </a:solidFill>
              </a:defRPr>
            </a:lvl7pPr>
            <a:lvl8pPr lvl="7">
              <a:lnSpc>
                <a:spcPct val="80000"/>
              </a:lnSpc>
              <a:spcBef>
                <a:spcPts val="0"/>
              </a:spcBef>
              <a:spcAft>
                <a:spcPts val="0"/>
              </a:spcAft>
              <a:buClr>
                <a:schemeClr val="accent6"/>
              </a:buClr>
              <a:buSzPts val="1000"/>
              <a:buNone/>
              <a:defRPr sz="2200">
                <a:solidFill>
                  <a:schemeClr val="accent6"/>
                </a:solidFill>
              </a:defRPr>
            </a:lvl8pPr>
            <a:lvl9pPr lvl="8">
              <a:lnSpc>
                <a:spcPct val="80000"/>
              </a:lnSpc>
              <a:spcBef>
                <a:spcPts val="0"/>
              </a:spcBef>
              <a:spcAft>
                <a:spcPts val="0"/>
              </a:spcAft>
              <a:buClr>
                <a:schemeClr val="accent6"/>
              </a:buClr>
              <a:buSzPts val="1000"/>
              <a:buNone/>
              <a:defRPr sz="2200">
                <a:solidFill>
                  <a:schemeClr val="accent6"/>
                </a:solidFill>
              </a:defRPr>
            </a:lvl9pPr>
          </a:lstStyle>
          <a:p/>
        </p:txBody>
      </p:sp>
      <p:sp>
        <p:nvSpPr>
          <p:cNvPr id="18" name="Google Shape;18;p3"/>
          <p:cNvSpPr txBox="1"/>
          <p:nvPr>
            <p:ph idx="4" type="subTitle"/>
          </p:nvPr>
        </p:nvSpPr>
        <p:spPr>
          <a:xfrm>
            <a:off x="3469838" y="1923965"/>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accent6"/>
              </a:buClr>
              <a:buSzPts val="1000"/>
              <a:buNone/>
              <a:defRPr sz="2200">
                <a:solidFill>
                  <a:schemeClr val="accent6"/>
                </a:solidFill>
              </a:defRPr>
            </a:lvl1pPr>
            <a:lvl2pPr lvl="1">
              <a:lnSpc>
                <a:spcPct val="80000"/>
              </a:lnSpc>
              <a:spcBef>
                <a:spcPts val="0"/>
              </a:spcBef>
              <a:spcAft>
                <a:spcPts val="0"/>
              </a:spcAft>
              <a:buClr>
                <a:schemeClr val="accent6"/>
              </a:buClr>
              <a:buSzPts val="1000"/>
              <a:buNone/>
              <a:defRPr sz="2200">
                <a:solidFill>
                  <a:schemeClr val="accent6"/>
                </a:solidFill>
              </a:defRPr>
            </a:lvl2pPr>
            <a:lvl3pPr lvl="2">
              <a:lnSpc>
                <a:spcPct val="80000"/>
              </a:lnSpc>
              <a:spcBef>
                <a:spcPts val="0"/>
              </a:spcBef>
              <a:spcAft>
                <a:spcPts val="0"/>
              </a:spcAft>
              <a:buClr>
                <a:schemeClr val="accent6"/>
              </a:buClr>
              <a:buSzPts val="1000"/>
              <a:buNone/>
              <a:defRPr sz="2200">
                <a:solidFill>
                  <a:schemeClr val="accent6"/>
                </a:solidFill>
              </a:defRPr>
            </a:lvl3pPr>
            <a:lvl4pPr lvl="3">
              <a:lnSpc>
                <a:spcPct val="80000"/>
              </a:lnSpc>
              <a:spcBef>
                <a:spcPts val="0"/>
              </a:spcBef>
              <a:spcAft>
                <a:spcPts val="0"/>
              </a:spcAft>
              <a:buClr>
                <a:schemeClr val="accent6"/>
              </a:buClr>
              <a:buSzPts val="1000"/>
              <a:buNone/>
              <a:defRPr sz="2200">
                <a:solidFill>
                  <a:schemeClr val="accent6"/>
                </a:solidFill>
              </a:defRPr>
            </a:lvl4pPr>
            <a:lvl5pPr lvl="4">
              <a:lnSpc>
                <a:spcPct val="80000"/>
              </a:lnSpc>
              <a:spcBef>
                <a:spcPts val="0"/>
              </a:spcBef>
              <a:spcAft>
                <a:spcPts val="0"/>
              </a:spcAft>
              <a:buClr>
                <a:schemeClr val="accent6"/>
              </a:buClr>
              <a:buSzPts val="1000"/>
              <a:buNone/>
              <a:defRPr sz="2200">
                <a:solidFill>
                  <a:schemeClr val="accent6"/>
                </a:solidFill>
              </a:defRPr>
            </a:lvl5pPr>
            <a:lvl6pPr lvl="5">
              <a:lnSpc>
                <a:spcPct val="80000"/>
              </a:lnSpc>
              <a:spcBef>
                <a:spcPts val="0"/>
              </a:spcBef>
              <a:spcAft>
                <a:spcPts val="0"/>
              </a:spcAft>
              <a:buClr>
                <a:schemeClr val="accent6"/>
              </a:buClr>
              <a:buSzPts val="1000"/>
              <a:buNone/>
              <a:defRPr sz="2200">
                <a:solidFill>
                  <a:schemeClr val="accent6"/>
                </a:solidFill>
              </a:defRPr>
            </a:lvl6pPr>
            <a:lvl7pPr lvl="6">
              <a:lnSpc>
                <a:spcPct val="80000"/>
              </a:lnSpc>
              <a:spcBef>
                <a:spcPts val="0"/>
              </a:spcBef>
              <a:spcAft>
                <a:spcPts val="0"/>
              </a:spcAft>
              <a:buClr>
                <a:schemeClr val="accent6"/>
              </a:buClr>
              <a:buSzPts val="1000"/>
              <a:buNone/>
              <a:defRPr sz="2200">
                <a:solidFill>
                  <a:schemeClr val="accent6"/>
                </a:solidFill>
              </a:defRPr>
            </a:lvl7pPr>
            <a:lvl8pPr lvl="7">
              <a:lnSpc>
                <a:spcPct val="80000"/>
              </a:lnSpc>
              <a:spcBef>
                <a:spcPts val="0"/>
              </a:spcBef>
              <a:spcAft>
                <a:spcPts val="0"/>
              </a:spcAft>
              <a:buClr>
                <a:schemeClr val="accent6"/>
              </a:buClr>
              <a:buSzPts val="1000"/>
              <a:buNone/>
              <a:defRPr sz="2200">
                <a:solidFill>
                  <a:schemeClr val="accent6"/>
                </a:solidFill>
              </a:defRPr>
            </a:lvl8pPr>
            <a:lvl9pPr lvl="8">
              <a:lnSpc>
                <a:spcPct val="80000"/>
              </a:lnSpc>
              <a:spcBef>
                <a:spcPts val="0"/>
              </a:spcBef>
              <a:spcAft>
                <a:spcPts val="0"/>
              </a:spcAft>
              <a:buClr>
                <a:schemeClr val="accent6"/>
              </a:buClr>
              <a:buSzPts val="1000"/>
              <a:buNone/>
              <a:defRPr sz="2200">
                <a:solidFill>
                  <a:schemeClr val="accent6"/>
                </a:solidFill>
              </a:defRPr>
            </a:lvl9pPr>
          </a:lstStyle>
          <a:p/>
        </p:txBody>
      </p:sp>
      <p:sp>
        <p:nvSpPr>
          <p:cNvPr id="19" name="Google Shape;19;p3"/>
          <p:cNvSpPr txBox="1"/>
          <p:nvPr>
            <p:ph idx="5" type="subTitle"/>
          </p:nvPr>
        </p:nvSpPr>
        <p:spPr>
          <a:xfrm>
            <a:off x="3469838" y="2810376"/>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dk1"/>
              </a:buClr>
              <a:buSzPts val="1000"/>
              <a:buNone/>
              <a:defRPr sz="2200">
                <a:solidFill>
                  <a:schemeClr val="dk1"/>
                </a:solidFill>
              </a:defRPr>
            </a:lvl1pPr>
            <a:lvl2pPr lvl="1">
              <a:lnSpc>
                <a:spcPct val="80000"/>
              </a:lnSpc>
              <a:spcBef>
                <a:spcPts val="0"/>
              </a:spcBef>
              <a:spcAft>
                <a:spcPts val="0"/>
              </a:spcAft>
              <a:buClr>
                <a:schemeClr val="dk1"/>
              </a:buClr>
              <a:buSzPts val="1000"/>
              <a:buNone/>
              <a:defRPr sz="2200">
                <a:solidFill>
                  <a:schemeClr val="dk1"/>
                </a:solidFill>
              </a:defRPr>
            </a:lvl2pPr>
            <a:lvl3pPr lvl="2">
              <a:lnSpc>
                <a:spcPct val="80000"/>
              </a:lnSpc>
              <a:spcBef>
                <a:spcPts val="0"/>
              </a:spcBef>
              <a:spcAft>
                <a:spcPts val="0"/>
              </a:spcAft>
              <a:buClr>
                <a:schemeClr val="dk1"/>
              </a:buClr>
              <a:buSzPts val="1000"/>
              <a:buNone/>
              <a:defRPr sz="2200">
                <a:solidFill>
                  <a:schemeClr val="dk1"/>
                </a:solidFill>
              </a:defRPr>
            </a:lvl3pPr>
            <a:lvl4pPr lvl="3">
              <a:lnSpc>
                <a:spcPct val="80000"/>
              </a:lnSpc>
              <a:spcBef>
                <a:spcPts val="0"/>
              </a:spcBef>
              <a:spcAft>
                <a:spcPts val="0"/>
              </a:spcAft>
              <a:buClr>
                <a:schemeClr val="dk1"/>
              </a:buClr>
              <a:buSzPts val="1000"/>
              <a:buNone/>
              <a:defRPr sz="2200">
                <a:solidFill>
                  <a:schemeClr val="dk1"/>
                </a:solidFill>
              </a:defRPr>
            </a:lvl4pPr>
            <a:lvl5pPr lvl="4">
              <a:lnSpc>
                <a:spcPct val="80000"/>
              </a:lnSpc>
              <a:spcBef>
                <a:spcPts val="0"/>
              </a:spcBef>
              <a:spcAft>
                <a:spcPts val="0"/>
              </a:spcAft>
              <a:buClr>
                <a:schemeClr val="dk1"/>
              </a:buClr>
              <a:buSzPts val="1000"/>
              <a:buNone/>
              <a:defRPr sz="2200">
                <a:solidFill>
                  <a:schemeClr val="dk1"/>
                </a:solidFill>
              </a:defRPr>
            </a:lvl5pPr>
            <a:lvl6pPr lvl="5">
              <a:lnSpc>
                <a:spcPct val="80000"/>
              </a:lnSpc>
              <a:spcBef>
                <a:spcPts val="0"/>
              </a:spcBef>
              <a:spcAft>
                <a:spcPts val="0"/>
              </a:spcAft>
              <a:buClr>
                <a:schemeClr val="dk1"/>
              </a:buClr>
              <a:buSzPts val="1000"/>
              <a:buNone/>
              <a:defRPr sz="2200">
                <a:solidFill>
                  <a:schemeClr val="dk1"/>
                </a:solidFill>
              </a:defRPr>
            </a:lvl6pPr>
            <a:lvl7pPr lvl="6">
              <a:lnSpc>
                <a:spcPct val="80000"/>
              </a:lnSpc>
              <a:spcBef>
                <a:spcPts val="0"/>
              </a:spcBef>
              <a:spcAft>
                <a:spcPts val="0"/>
              </a:spcAft>
              <a:buClr>
                <a:schemeClr val="dk1"/>
              </a:buClr>
              <a:buSzPts val="1000"/>
              <a:buNone/>
              <a:defRPr sz="2200">
                <a:solidFill>
                  <a:schemeClr val="dk1"/>
                </a:solidFill>
              </a:defRPr>
            </a:lvl7pPr>
            <a:lvl8pPr lvl="7">
              <a:lnSpc>
                <a:spcPct val="80000"/>
              </a:lnSpc>
              <a:spcBef>
                <a:spcPts val="0"/>
              </a:spcBef>
              <a:spcAft>
                <a:spcPts val="0"/>
              </a:spcAft>
              <a:buClr>
                <a:schemeClr val="dk1"/>
              </a:buClr>
              <a:buSzPts val="1000"/>
              <a:buNone/>
              <a:defRPr sz="2200">
                <a:solidFill>
                  <a:schemeClr val="dk1"/>
                </a:solidFill>
              </a:defRPr>
            </a:lvl8pPr>
            <a:lvl9pPr lvl="8">
              <a:lnSpc>
                <a:spcPct val="80000"/>
              </a:lnSpc>
              <a:spcBef>
                <a:spcPts val="0"/>
              </a:spcBef>
              <a:spcAft>
                <a:spcPts val="0"/>
              </a:spcAft>
              <a:buClr>
                <a:schemeClr val="dk1"/>
              </a:buClr>
              <a:buSzPts val="1000"/>
              <a:buNone/>
              <a:defRPr sz="2200">
                <a:solidFill>
                  <a:schemeClr val="dk1"/>
                </a:solidFill>
              </a:defRPr>
            </a:lvl9pPr>
          </a:lstStyle>
          <a:p/>
        </p:txBody>
      </p:sp>
      <p:sp>
        <p:nvSpPr>
          <p:cNvPr id="20" name="Google Shape;20;p3"/>
          <p:cNvSpPr txBox="1"/>
          <p:nvPr>
            <p:ph idx="6" type="subTitle"/>
          </p:nvPr>
        </p:nvSpPr>
        <p:spPr>
          <a:xfrm>
            <a:off x="3469838" y="3646164"/>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dk1"/>
              </a:buClr>
              <a:buSzPts val="1000"/>
              <a:buNone/>
              <a:defRPr sz="2200">
                <a:solidFill>
                  <a:schemeClr val="dk1"/>
                </a:solidFill>
              </a:defRPr>
            </a:lvl1pPr>
            <a:lvl2pPr lvl="1">
              <a:lnSpc>
                <a:spcPct val="80000"/>
              </a:lnSpc>
              <a:spcBef>
                <a:spcPts val="0"/>
              </a:spcBef>
              <a:spcAft>
                <a:spcPts val="0"/>
              </a:spcAft>
              <a:buClr>
                <a:schemeClr val="dk1"/>
              </a:buClr>
              <a:buSzPts val="1000"/>
              <a:buNone/>
              <a:defRPr sz="2200">
                <a:solidFill>
                  <a:schemeClr val="dk1"/>
                </a:solidFill>
              </a:defRPr>
            </a:lvl2pPr>
            <a:lvl3pPr lvl="2">
              <a:lnSpc>
                <a:spcPct val="80000"/>
              </a:lnSpc>
              <a:spcBef>
                <a:spcPts val="0"/>
              </a:spcBef>
              <a:spcAft>
                <a:spcPts val="0"/>
              </a:spcAft>
              <a:buClr>
                <a:schemeClr val="dk1"/>
              </a:buClr>
              <a:buSzPts val="1000"/>
              <a:buNone/>
              <a:defRPr sz="2200">
                <a:solidFill>
                  <a:schemeClr val="dk1"/>
                </a:solidFill>
              </a:defRPr>
            </a:lvl3pPr>
            <a:lvl4pPr lvl="3">
              <a:lnSpc>
                <a:spcPct val="80000"/>
              </a:lnSpc>
              <a:spcBef>
                <a:spcPts val="0"/>
              </a:spcBef>
              <a:spcAft>
                <a:spcPts val="0"/>
              </a:spcAft>
              <a:buClr>
                <a:schemeClr val="dk1"/>
              </a:buClr>
              <a:buSzPts val="1000"/>
              <a:buNone/>
              <a:defRPr sz="2200">
                <a:solidFill>
                  <a:schemeClr val="dk1"/>
                </a:solidFill>
              </a:defRPr>
            </a:lvl4pPr>
            <a:lvl5pPr lvl="4">
              <a:lnSpc>
                <a:spcPct val="80000"/>
              </a:lnSpc>
              <a:spcBef>
                <a:spcPts val="0"/>
              </a:spcBef>
              <a:spcAft>
                <a:spcPts val="0"/>
              </a:spcAft>
              <a:buClr>
                <a:schemeClr val="dk1"/>
              </a:buClr>
              <a:buSzPts val="1000"/>
              <a:buNone/>
              <a:defRPr sz="2200">
                <a:solidFill>
                  <a:schemeClr val="dk1"/>
                </a:solidFill>
              </a:defRPr>
            </a:lvl5pPr>
            <a:lvl6pPr lvl="5">
              <a:lnSpc>
                <a:spcPct val="80000"/>
              </a:lnSpc>
              <a:spcBef>
                <a:spcPts val="0"/>
              </a:spcBef>
              <a:spcAft>
                <a:spcPts val="0"/>
              </a:spcAft>
              <a:buClr>
                <a:schemeClr val="dk1"/>
              </a:buClr>
              <a:buSzPts val="1000"/>
              <a:buNone/>
              <a:defRPr sz="2200">
                <a:solidFill>
                  <a:schemeClr val="dk1"/>
                </a:solidFill>
              </a:defRPr>
            </a:lvl6pPr>
            <a:lvl7pPr lvl="6">
              <a:lnSpc>
                <a:spcPct val="80000"/>
              </a:lnSpc>
              <a:spcBef>
                <a:spcPts val="0"/>
              </a:spcBef>
              <a:spcAft>
                <a:spcPts val="0"/>
              </a:spcAft>
              <a:buClr>
                <a:schemeClr val="dk1"/>
              </a:buClr>
              <a:buSzPts val="1000"/>
              <a:buNone/>
              <a:defRPr sz="2200">
                <a:solidFill>
                  <a:schemeClr val="dk1"/>
                </a:solidFill>
              </a:defRPr>
            </a:lvl7pPr>
            <a:lvl8pPr lvl="7">
              <a:lnSpc>
                <a:spcPct val="80000"/>
              </a:lnSpc>
              <a:spcBef>
                <a:spcPts val="0"/>
              </a:spcBef>
              <a:spcAft>
                <a:spcPts val="0"/>
              </a:spcAft>
              <a:buClr>
                <a:schemeClr val="dk1"/>
              </a:buClr>
              <a:buSzPts val="1000"/>
              <a:buNone/>
              <a:defRPr sz="2200">
                <a:solidFill>
                  <a:schemeClr val="dk1"/>
                </a:solidFill>
              </a:defRPr>
            </a:lvl8pPr>
            <a:lvl9pPr lvl="8">
              <a:lnSpc>
                <a:spcPct val="80000"/>
              </a:lnSpc>
              <a:spcBef>
                <a:spcPts val="0"/>
              </a:spcBef>
              <a:spcAft>
                <a:spcPts val="0"/>
              </a:spcAft>
              <a:buClr>
                <a:schemeClr val="dk1"/>
              </a:buClr>
              <a:buSzPts val="1000"/>
              <a:buNone/>
              <a:defRPr sz="2200">
                <a:solidFill>
                  <a:schemeClr val="dk1"/>
                </a:solidFill>
              </a:defRPr>
            </a:lvl9pPr>
          </a:lstStyle>
          <a:p/>
        </p:txBody>
      </p:sp>
      <p:sp>
        <p:nvSpPr>
          <p:cNvPr id="21" name="Google Shape;21;p3"/>
          <p:cNvSpPr txBox="1"/>
          <p:nvPr>
            <p:ph idx="7" type="subTitle"/>
          </p:nvPr>
        </p:nvSpPr>
        <p:spPr>
          <a:xfrm>
            <a:off x="3469838" y="4530963"/>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dk1"/>
              </a:buClr>
              <a:buSzPts val="1000"/>
              <a:buNone/>
              <a:defRPr sz="2200">
                <a:solidFill>
                  <a:schemeClr val="dk1"/>
                </a:solidFill>
              </a:defRPr>
            </a:lvl1pPr>
            <a:lvl2pPr lvl="1">
              <a:lnSpc>
                <a:spcPct val="80000"/>
              </a:lnSpc>
              <a:spcBef>
                <a:spcPts val="0"/>
              </a:spcBef>
              <a:spcAft>
                <a:spcPts val="0"/>
              </a:spcAft>
              <a:buClr>
                <a:schemeClr val="dk1"/>
              </a:buClr>
              <a:buSzPts val="1000"/>
              <a:buNone/>
              <a:defRPr sz="2200">
                <a:solidFill>
                  <a:schemeClr val="dk1"/>
                </a:solidFill>
              </a:defRPr>
            </a:lvl2pPr>
            <a:lvl3pPr lvl="2">
              <a:lnSpc>
                <a:spcPct val="80000"/>
              </a:lnSpc>
              <a:spcBef>
                <a:spcPts val="0"/>
              </a:spcBef>
              <a:spcAft>
                <a:spcPts val="0"/>
              </a:spcAft>
              <a:buClr>
                <a:schemeClr val="dk1"/>
              </a:buClr>
              <a:buSzPts val="1000"/>
              <a:buNone/>
              <a:defRPr sz="2200">
                <a:solidFill>
                  <a:schemeClr val="dk1"/>
                </a:solidFill>
              </a:defRPr>
            </a:lvl3pPr>
            <a:lvl4pPr lvl="3">
              <a:lnSpc>
                <a:spcPct val="80000"/>
              </a:lnSpc>
              <a:spcBef>
                <a:spcPts val="0"/>
              </a:spcBef>
              <a:spcAft>
                <a:spcPts val="0"/>
              </a:spcAft>
              <a:buClr>
                <a:schemeClr val="dk1"/>
              </a:buClr>
              <a:buSzPts val="1000"/>
              <a:buNone/>
              <a:defRPr sz="2200">
                <a:solidFill>
                  <a:schemeClr val="dk1"/>
                </a:solidFill>
              </a:defRPr>
            </a:lvl4pPr>
            <a:lvl5pPr lvl="4">
              <a:lnSpc>
                <a:spcPct val="80000"/>
              </a:lnSpc>
              <a:spcBef>
                <a:spcPts val="0"/>
              </a:spcBef>
              <a:spcAft>
                <a:spcPts val="0"/>
              </a:spcAft>
              <a:buClr>
                <a:schemeClr val="dk1"/>
              </a:buClr>
              <a:buSzPts val="1000"/>
              <a:buNone/>
              <a:defRPr sz="2200">
                <a:solidFill>
                  <a:schemeClr val="dk1"/>
                </a:solidFill>
              </a:defRPr>
            </a:lvl5pPr>
            <a:lvl6pPr lvl="5">
              <a:lnSpc>
                <a:spcPct val="80000"/>
              </a:lnSpc>
              <a:spcBef>
                <a:spcPts val="0"/>
              </a:spcBef>
              <a:spcAft>
                <a:spcPts val="0"/>
              </a:spcAft>
              <a:buClr>
                <a:schemeClr val="dk1"/>
              </a:buClr>
              <a:buSzPts val="1000"/>
              <a:buNone/>
              <a:defRPr sz="2200">
                <a:solidFill>
                  <a:schemeClr val="dk1"/>
                </a:solidFill>
              </a:defRPr>
            </a:lvl6pPr>
            <a:lvl7pPr lvl="6">
              <a:lnSpc>
                <a:spcPct val="80000"/>
              </a:lnSpc>
              <a:spcBef>
                <a:spcPts val="0"/>
              </a:spcBef>
              <a:spcAft>
                <a:spcPts val="0"/>
              </a:spcAft>
              <a:buClr>
                <a:schemeClr val="dk1"/>
              </a:buClr>
              <a:buSzPts val="1000"/>
              <a:buNone/>
              <a:defRPr sz="2200">
                <a:solidFill>
                  <a:schemeClr val="dk1"/>
                </a:solidFill>
              </a:defRPr>
            </a:lvl7pPr>
            <a:lvl8pPr lvl="7">
              <a:lnSpc>
                <a:spcPct val="80000"/>
              </a:lnSpc>
              <a:spcBef>
                <a:spcPts val="0"/>
              </a:spcBef>
              <a:spcAft>
                <a:spcPts val="0"/>
              </a:spcAft>
              <a:buClr>
                <a:schemeClr val="dk1"/>
              </a:buClr>
              <a:buSzPts val="1000"/>
              <a:buNone/>
              <a:defRPr sz="2200">
                <a:solidFill>
                  <a:schemeClr val="dk1"/>
                </a:solidFill>
              </a:defRPr>
            </a:lvl8pPr>
            <a:lvl9pPr lvl="8">
              <a:lnSpc>
                <a:spcPct val="80000"/>
              </a:lnSpc>
              <a:spcBef>
                <a:spcPts val="0"/>
              </a:spcBef>
              <a:spcAft>
                <a:spcPts val="0"/>
              </a:spcAft>
              <a:buClr>
                <a:schemeClr val="dk1"/>
              </a:buClr>
              <a:buSzPts val="1000"/>
              <a:buNone/>
              <a:defRPr sz="2200">
                <a:solidFill>
                  <a:schemeClr val="dk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1_1_1_1_1_1">
    <p:bg>
      <p:bgPr>
        <a:solidFill>
          <a:schemeClr val="accent2"/>
        </a:solidFill>
      </p:bgPr>
    </p:bg>
    <p:spTree>
      <p:nvGrpSpPr>
        <p:cNvPr id="22" name="Shape 22"/>
        <p:cNvGrpSpPr/>
        <p:nvPr/>
      </p:nvGrpSpPr>
      <p:grpSpPr>
        <a:xfrm>
          <a:off x="0" y="0"/>
          <a:ext cx="0" cy="0"/>
          <a:chOff x="0" y="0"/>
          <a:chExt cx="0" cy="0"/>
        </a:xfrm>
      </p:grpSpPr>
      <p:sp>
        <p:nvSpPr>
          <p:cNvPr id="23" name="Google Shape;23;p4"/>
          <p:cNvSpPr/>
          <p:nvPr/>
        </p:nvSpPr>
        <p:spPr>
          <a:xfrm>
            <a:off x="99900" y="99900"/>
            <a:ext cx="8944200" cy="4936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4" name="Google Shape;24;p4"/>
          <p:cNvSpPr/>
          <p:nvPr/>
        </p:nvSpPr>
        <p:spPr>
          <a:xfrm>
            <a:off x="252300" y="252300"/>
            <a:ext cx="8639400" cy="463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5" name="Google Shape;25;p4"/>
          <p:cNvSpPr/>
          <p:nvPr/>
        </p:nvSpPr>
        <p:spPr>
          <a:xfrm>
            <a:off x="404700" y="404700"/>
            <a:ext cx="8334600" cy="4326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6" name="Google Shape;26;p4"/>
          <p:cNvSpPr/>
          <p:nvPr/>
        </p:nvSpPr>
        <p:spPr>
          <a:xfrm>
            <a:off x="557100" y="557100"/>
            <a:ext cx="8029800" cy="402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7" name="Google Shape;27;p4"/>
          <p:cNvSpPr txBox="1"/>
          <p:nvPr>
            <p:ph type="title"/>
          </p:nvPr>
        </p:nvSpPr>
        <p:spPr>
          <a:xfrm>
            <a:off x="941650" y="795275"/>
            <a:ext cx="2861400" cy="8166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3000"/>
              <a:buNone/>
              <a:defRPr sz="2400">
                <a:solidFill>
                  <a:schemeClr val="accent6"/>
                </a:solidFill>
              </a:defRPr>
            </a:lvl1pPr>
            <a:lvl2pPr lvl="1">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28" name="Google Shape;28;p4"/>
          <p:cNvSpPr txBox="1"/>
          <p:nvPr>
            <p:ph idx="2" type="title"/>
          </p:nvPr>
        </p:nvSpPr>
        <p:spPr>
          <a:xfrm>
            <a:off x="4399600" y="83542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29" name="Google Shape;29;p4"/>
          <p:cNvSpPr txBox="1"/>
          <p:nvPr>
            <p:ph idx="3" type="title"/>
          </p:nvPr>
        </p:nvSpPr>
        <p:spPr>
          <a:xfrm>
            <a:off x="6496050" y="83542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30" name="Google Shape;30;p4"/>
          <p:cNvSpPr txBox="1"/>
          <p:nvPr>
            <p:ph idx="4" type="title"/>
          </p:nvPr>
        </p:nvSpPr>
        <p:spPr>
          <a:xfrm>
            <a:off x="4385600" y="279757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31" name="Google Shape;31;p4"/>
          <p:cNvSpPr txBox="1"/>
          <p:nvPr>
            <p:ph idx="5" type="title"/>
          </p:nvPr>
        </p:nvSpPr>
        <p:spPr>
          <a:xfrm>
            <a:off x="6496050" y="279757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32" name="Google Shape;32;p4"/>
          <p:cNvSpPr txBox="1"/>
          <p:nvPr>
            <p:ph idx="6" type="title"/>
          </p:nvPr>
        </p:nvSpPr>
        <p:spPr>
          <a:xfrm>
            <a:off x="4423700" y="1379550"/>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33" name="Google Shape;33;p4"/>
          <p:cNvSpPr txBox="1"/>
          <p:nvPr>
            <p:ph idx="7" type="title"/>
          </p:nvPr>
        </p:nvSpPr>
        <p:spPr>
          <a:xfrm>
            <a:off x="6562725" y="1379550"/>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34" name="Google Shape;34;p4"/>
          <p:cNvSpPr txBox="1"/>
          <p:nvPr>
            <p:ph idx="8" type="title"/>
          </p:nvPr>
        </p:nvSpPr>
        <p:spPr>
          <a:xfrm>
            <a:off x="4423700" y="3341700"/>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35" name="Google Shape;35;p4"/>
          <p:cNvSpPr txBox="1"/>
          <p:nvPr>
            <p:ph idx="9" type="title"/>
          </p:nvPr>
        </p:nvSpPr>
        <p:spPr>
          <a:xfrm>
            <a:off x="6562725" y="3341688"/>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36" name="Google Shape;36;p4"/>
          <p:cNvSpPr txBox="1"/>
          <p:nvPr>
            <p:ph idx="13" type="title"/>
          </p:nvPr>
        </p:nvSpPr>
        <p:spPr>
          <a:xfrm>
            <a:off x="966700" y="1417525"/>
            <a:ext cx="2072700" cy="1705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1_1_1_1_1_1_1_1_1_1">
    <p:bg>
      <p:bgPr>
        <a:solidFill>
          <a:schemeClr val="dk2"/>
        </a:solidFill>
      </p:bgPr>
    </p:bg>
    <p:spTree>
      <p:nvGrpSpPr>
        <p:cNvPr id="37" name="Shape 37"/>
        <p:cNvGrpSpPr/>
        <p:nvPr/>
      </p:nvGrpSpPr>
      <p:grpSpPr>
        <a:xfrm>
          <a:off x="0" y="0"/>
          <a:ext cx="0" cy="0"/>
          <a:chOff x="0" y="0"/>
          <a:chExt cx="0" cy="0"/>
        </a:xfrm>
      </p:grpSpPr>
      <p:sp>
        <p:nvSpPr>
          <p:cNvPr id="38" name="Google Shape;38;p5"/>
          <p:cNvSpPr/>
          <p:nvPr/>
        </p:nvSpPr>
        <p:spPr>
          <a:xfrm>
            <a:off x="5404500" y="-50"/>
            <a:ext cx="37395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9" name="Google Shape;39;p5"/>
          <p:cNvSpPr/>
          <p:nvPr/>
        </p:nvSpPr>
        <p:spPr>
          <a:xfrm>
            <a:off x="0" y="1499700"/>
            <a:ext cx="9144000" cy="3645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40" name="Google Shape;40;p5"/>
          <p:cNvSpPr/>
          <p:nvPr/>
        </p:nvSpPr>
        <p:spPr>
          <a:xfrm>
            <a:off x="5404500" y="1499700"/>
            <a:ext cx="3739500" cy="3645000"/>
          </a:xfrm>
          <a:prstGeom prst="snip1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41" name="Google Shape;41;p5"/>
          <p:cNvSpPr txBox="1"/>
          <p:nvPr>
            <p:ph idx="1" type="subTitle"/>
          </p:nvPr>
        </p:nvSpPr>
        <p:spPr>
          <a:xfrm>
            <a:off x="5792075" y="1776150"/>
            <a:ext cx="2799600" cy="30921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1pPr>
            <a:lvl2pPr lvl="1">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2pPr>
            <a:lvl3pPr lvl="2">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3pPr>
            <a:lvl4pPr lvl="3">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4pPr>
            <a:lvl5pPr lvl="4">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5pPr>
            <a:lvl6pPr lvl="5">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6pPr>
            <a:lvl7pPr lvl="6">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7pPr>
            <a:lvl8pPr lvl="7">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8pPr>
            <a:lvl9pPr lvl="8">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9pPr>
          </a:lstStyle>
          <a:p/>
        </p:txBody>
      </p:sp>
      <p:sp>
        <p:nvSpPr>
          <p:cNvPr id="42" name="Google Shape;42;p5"/>
          <p:cNvSpPr/>
          <p:nvPr>
            <p:ph idx="2" type="pic"/>
          </p:nvPr>
        </p:nvSpPr>
        <p:spPr>
          <a:xfrm>
            <a:off x="1801500" y="1497750"/>
            <a:ext cx="1801500" cy="1822500"/>
          </a:xfrm>
          <a:prstGeom prst="snip1Rect">
            <a:avLst>
              <a:gd fmla="val 17337" name="adj"/>
            </a:avLst>
          </a:prstGeom>
          <a:noFill/>
          <a:ln>
            <a:noFill/>
          </a:ln>
        </p:spPr>
      </p:sp>
      <p:sp>
        <p:nvSpPr>
          <p:cNvPr id="43" name="Google Shape;43;p5"/>
          <p:cNvSpPr/>
          <p:nvPr>
            <p:ph idx="3" type="pic"/>
          </p:nvPr>
        </p:nvSpPr>
        <p:spPr>
          <a:xfrm>
            <a:off x="1801500" y="3320250"/>
            <a:ext cx="1801500" cy="1822500"/>
          </a:xfrm>
          <a:prstGeom prst="snip1Rect">
            <a:avLst>
              <a:gd fmla="val 17337" name="adj"/>
            </a:avLst>
          </a:prstGeom>
          <a:noFill/>
          <a:ln>
            <a:noFill/>
          </a:ln>
        </p:spPr>
      </p:sp>
      <p:sp>
        <p:nvSpPr>
          <p:cNvPr id="44" name="Google Shape;44;p5"/>
          <p:cNvSpPr/>
          <p:nvPr>
            <p:ph idx="4" type="pic"/>
          </p:nvPr>
        </p:nvSpPr>
        <p:spPr>
          <a:xfrm>
            <a:off x="0" y="1497750"/>
            <a:ext cx="1801500" cy="1822500"/>
          </a:xfrm>
          <a:prstGeom prst="snip1Rect">
            <a:avLst>
              <a:gd fmla="val 17337" name="adj"/>
            </a:avLst>
          </a:prstGeom>
          <a:noFill/>
          <a:ln>
            <a:noFill/>
          </a:ln>
        </p:spPr>
      </p:sp>
      <p:sp>
        <p:nvSpPr>
          <p:cNvPr id="45" name="Google Shape;45;p5"/>
          <p:cNvSpPr/>
          <p:nvPr>
            <p:ph idx="5" type="pic"/>
          </p:nvPr>
        </p:nvSpPr>
        <p:spPr>
          <a:xfrm>
            <a:off x="0" y="3320250"/>
            <a:ext cx="1801500" cy="1822500"/>
          </a:xfrm>
          <a:prstGeom prst="snip1Rect">
            <a:avLst>
              <a:gd fmla="val 17337" name="adj"/>
            </a:avLst>
          </a:prstGeom>
          <a:noFill/>
          <a:ln>
            <a:noFill/>
          </a:ln>
        </p:spPr>
      </p:sp>
      <p:sp>
        <p:nvSpPr>
          <p:cNvPr id="46" name="Google Shape;46;p5"/>
          <p:cNvSpPr/>
          <p:nvPr>
            <p:ph idx="6" type="pic"/>
          </p:nvPr>
        </p:nvSpPr>
        <p:spPr>
          <a:xfrm>
            <a:off x="3603000" y="1497750"/>
            <a:ext cx="1801500" cy="1822500"/>
          </a:xfrm>
          <a:prstGeom prst="snip1Rect">
            <a:avLst>
              <a:gd fmla="val 17337" name="adj"/>
            </a:avLst>
          </a:prstGeom>
          <a:noFill/>
          <a:ln>
            <a:noFill/>
          </a:ln>
        </p:spPr>
      </p:sp>
      <p:sp>
        <p:nvSpPr>
          <p:cNvPr id="47" name="Google Shape;47;p5"/>
          <p:cNvSpPr/>
          <p:nvPr>
            <p:ph idx="7" type="pic"/>
          </p:nvPr>
        </p:nvSpPr>
        <p:spPr>
          <a:xfrm>
            <a:off x="3603000" y="3320250"/>
            <a:ext cx="1801500" cy="1822500"/>
          </a:xfrm>
          <a:prstGeom prst="snip1Rect">
            <a:avLst>
              <a:gd fmla="val 17337" name="adj"/>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3">
  <p:cSld name="BLANK_1_1_1_1_1_1_1_1_1_1_1_1">
    <p:bg>
      <p:bgPr>
        <a:solidFill>
          <a:schemeClr val="lt1"/>
        </a:solidFill>
      </p:bgPr>
    </p:bg>
    <p:spTree>
      <p:nvGrpSpPr>
        <p:cNvPr id="48" name="Shape 48"/>
        <p:cNvGrpSpPr/>
        <p:nvPr/>
      </p:nvGrpSpPr>
      <p:grpSpPr>
        <a:xfrm>
          <a:off x="0" y="0"/>
          <a:ext cx="0" cy="0"/>
          <a:chOff x="0" y="0"/>
          <a:chExt cx="0" cy="0"/>
        </a:xfrm>
      </p:grpSpPr>
      <p:sp>
        <p:nvSpPr>
          <p:cNvPr id="49" name="Google Shape;49;p6"/>
          <p:cNvSpPr/>
          <p:nvPr/>
        </p:nvSpPr>
        <p:spPr>
          <a:xfrm>
            <a:off x="5404500" y="-50"/>
            <a:ext cx="3739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0" name="Google Shape;50;p6"/>
          <p:cNvSpPr/>
          <p:nvPr/>
        </p:nvSpPr>
        <p:spPr>
          <a:xfrm>
            <a:off x="0" y="1499700"/>
            <a:ext cx="9144000" cy="364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1" name="Google Shape;51;p6"/>
          <p:cNvSpPr/>
          <p:nvPr/>
        </p:nvSpPr>
        <p:spPr>
          <a:xfrm>
            <a:off x="5404500" y="1499700"/>
            <a:ext cx="3739500" cy="3645000"/>
          </a:xfrm>
          <a:prstGeom prst="snip1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2" name="Google Shape;52;p6"/>
          <p:cNvSpPr txBox="1"/>
          <p:nvPr>
            <p:ph type="title"/>
          </p:nvPr>
        </p:nvSpPr>
        <p:spPr>
          <a:xfrm>
            <a:off x="5821575" y="1709925"/>
            <a:ext cx="2882700" cy="627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3600"/>
              <a:buFont typeface="Lato"/>
              <a:buNone/>
              <a:defRPr b="1" sz="2400">
                <a:latin typeface="Lato"/>
                <a:ea typeface="Lato"/>
                <a:cs typeface="Lato"/>
                <a:sym typeface="Lato"/>
              </a:defRPr>
            </a:lvl1pPr>
            <a:lvl2pPr lvl="1">
              <a:lnSpc>
                <a:spcPct val="80000"/>
              </a:lnSpc>
              <a:spcBef>
                <a:spcPts val="0"/>
              </a:spcBef>
              <a:spcAft>
                <a:spcPts val="0"/>
              </a:spcAft>
              <a:buClr>
                <a:schemeClr val="dk1"/>
              </a:buClr>
              <a:buSzPts val="3000"/>
              <a:buNone/>
              <a:defRPr sz="1800">
                <a:latin typeface="Quantico"/>
                <a:ea typeface="Quantico"/>
                <a:cs typeface="Quantico"/>
                <a:sym typeface="Quantico"/>
              </a:defRPr>
            </a:lvl2pPr>
            <a:lvl3pPr lvl="2">
              <a:lnSpc>
                <a:spcPct val="80000"/>
              </a:lnSpc>
              <a:spcBef>
                <a:spcPts val="0"/>
              </a:spcBef>
              <a:spcAft>
                <a:spcPts val="0"/>
              </a:spcAft>
              <a:buClr>
                <a:schemeClr val="dk1"/>
              </a:buClr>
              <a:buSzPts val="3000"/>
              <a:buNone/>
              <a:defRPr sz="1800">
                <a:latin typeface="Quantico"/>
                <a:ea typeface="Quantico"/>
                <a:cs typeface="Quantico"/>
                <a:sym typeface="Quantico"/>
              </a:defRPr>
            </a:lvl3pPr>
            <a:lvl4pPr lvl="3">
              <a:lnSpc>
                <a:spcPct val="80000"/>
              </a:lnSpc>
              <a:spcBef>
                <a:spcPts val="0"/>
              </a:spcBef>
              <a:spcAft>
                <a:spcPts val="0"/>
              </a:spcAft>
              <a:buClr>
                <a:schemeClr val="dk1"/>
              </a:buClr>
              <a:buSzPts val="3000"/>
              <a:buNone/>
              <a:defRPr sz="1800">
                <a:latin typeface="Quantico"/>
                <a:ea typeface="Quantico"/>
                <a:cs typeface="Quantico"/>
                <a:sym typeface="Quantico"/>
              </a:defRPr>
            </a:lvl4pPr>
            <a:lvl5pPr lvl="4">
              <a:lnSpc>
                <a:spcPct val="80000"/>
              </a:lnSpc>
              <a:spcBef>
                <a:spcPts val="0"/>
              </a:spcBef>
              <a:spcAft>
                <a:spcPts val="0"/>
              </a:spcAft>
              <a:buClr>
                <a:schemeClr val="dk1"/>
              </a:buClr>
              <a:buSzPts val="3000"/>
              <a:buNone/>
              <a:defRPr sz="1800">
                <a:latin typeface="Quantico"/>
                <a:ea typeface="Quantico"/>
                <a:cs typeface="Quantico"/>
                <a:sym typeface="Quantico"/>
              </a:defRPr>
            </a:lvl5pPr>
            <a:lvl6pPr lvl="5">
              <a:lnSpc>
                <a:spcPct val="80000"/>
              </a:lnSpc>
              <a:spcBef>
                <a:spcPts val="0"/>
              </a:spcBef>
              <a:spcAft>
                <a:spcPts val="0"/>
              </a:spcAft>
              <a:buClr>
                <a:schemeClr val="dk1"/>
              </a:buClr>
              <a:buSzPts val="3000"/>
              <a:buNone/>
              <a:defRPr sz="1800">
                <a:latin typeface="Quantico"/>
                <a:ea typeface="Quantico"/>
                <a:cs typeface="Quantico"/>
                <a:sym typeface="Quantico"/>
              </a:defRPr>
            </a:lvl6pPr>
            <a:lvl7pPr lvl="6">
              <a:lnSpc>
                <a:spcPct val="80000"/>
              </a:lnSpc>
              <a:spcBef>
                <a:spcPts val="0"/>
              </a:spcBef>
              <a:spcAft>
                <a:spcPts val="0"/>
              </a:spcAft>
              <a:buClr>
                <a:schemeClr val="dk1"/>
              </a:buClr>
              <a:buSzPts val="3000"/>
              <a:buNone/>
              <a:defRPr sz="1800">
                <a:latin typeface="Quantico"/>
                <a:ea typeface="Quantico"/>
                <a:cs typeface="Quantico"/>
                <a:sym typeface="Quantico"/>
              </a:defRPr>
            </a:lvl7pPr>
            <a:lvl8pPr lvl="7">
              <a:lnSpc>
                <a:spcPct val="80000"/>
              </a:lnSpc>
              <a:spcBef>
                <a:spcPts val="0"/>
              </a:spcBef>
              <a:spcAft>
                <a:spcPts val="0"/>
              </a:spcAft>
              <a:buClr>
                <a:schemeClr val="dk1"/>
              </a:buClr>
              <a:buSzPts val="3000"/>
              <a:buNone/>
              <a:defRPr sz="1800">
                <a:latin typeface="Quantico"/>
                <a:ea typeface="Quantico"/>
                <a:cs typeface="Quantico"/>
                <a:sym typeface="Quantico"/>
              </a:defRPr>
            </a:lvl8pPr>
            <a:lvl9pPr lvl="8">
              <a:lnSpc>
                <a:spcPct val="80000"/>
              </a:lnSpc>
              <a:spcBef>
                <a:spcPts val="0"/>
              </a:spcBef>
              <a:spcAft>
                <a:spcPts val="0"/>
              </a:spcAft>
              <a:buClr>
                <a:schemeClr val="dk1"/>
              </a:buClr>
              <a:buSzPts val="3000"/>
              <a:buNone/>
              <a:defRPr sz="1800">
                <a:latin typeface="Quantico"/>
                <a:ea typeface="Quantico"/>
                <a:cs typeface="Quantico"/>
                <a:sym typeface="Quantico"/>
              </a:defRPr>
            </a:lvl9pPr>
          </a:lstStyle>
          <a:p/>
        </p:txBody>
      </p:sp>
      <p:sp>
        <p:nvSpPr>
          <p:cNvPr id="53" name="Google Shape;53;p6"/>
          <p:cNvSpPr txBox="1"/>
          <p:nvPr>
            <p:ph idx="2" type="title"/>
          </p:nvPr>
        </p:nvSpPr>
        <p:spPr>
          <a:xfrm>
            <a:off x="516600" y="486575"/>
            <a:ext cx="3823500" cy="678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200"/>
              <a:buNone/>
              <a:defRPr sz="2400">
                <a:solidFill>
                  <a:schemeClr val="accent6"/>
                </a:solidFill>
              </a:defRPr>
            </a:lvl1pPr>
            <a:lvl2pPr lvl="1">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9pPr>
          </a:lstStyle>
          <a:p/>
        </p:txBody>
      </p:sp>
      <p:sp>
        <p:nvSpPr>
          <p:cNvPr id="54" name="Google Shape;54;p6"/>
          <p:cNvSpPr txBox="1"/>
          <p:nvPr>
            <p:ph idx="1" type="subTitle"/>
          </p:nvPr>
        </p:nvSpPr>
        <p:spPr>
          <a:xfrm>
            <a:off x="5821575" y="2476500"/>
            <a:ext cx="2019900" cy="455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55" name="Google Shape;55;p6"/>
          <p:cNvSpPr txBox="1"/>
          <p:nvPr>
            <p:ph idx="3" type="title"/>
          </p:nvPr>
        </p:nvSpPr>
        <p:spPr>
          <a:xfrm>
            <a:off x="5810125" y="3070875"/>
            <a:ext cx="2388600" cy="5295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1400"/>
              <a:buFont typeface="Quantico"/>
              <a:buNone/>
              <a:defRPr sz="1400"/>
            </a:lvl1pPr>
            <a:lvl2pPr lvl="1">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2pPr>
            <a:lvl3pPr lvl="2">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3pPr>
            <a:lvl4pPr lvl="3">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4pPr>
            <a:lvl5pPr lvl="4">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5pPr>
            <a:lvl6pPr lvl="5">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6pPr>
            <a:lvl7pPr lvl="6">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7pPr>
            <a:lvl8pPr lvl="7">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8pPr>
            <a:lvl9pPr lvl="8">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9pPr>
          </a:lstStyle>
          <a:p/>
        </p:txBody>
      </p:sp>
      <p:sp>
        <p:nvSpPr>
          <p:cNvPr id="56" name="Google Shape;56;p6"/>
          <p:cNvSpPr txBox="1"/>
          <p:nvPr>
            <p:ph idx="4" type="subTitle"/>
          </p:nvPr>
        </p:nvSpPr>
        <p:spPr>
          <a:xfrm>
            <a:off x="5821575" y="3426050"/>
            <a:ext cx="2650500" cy="898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
        <p:nvSpPr>
          <p:cNvPr id="57" name="Google Shape;57;p6"/>
          <p:cNvSpPr/>
          <p:nvPr>
            <p:ph idx="5" type="pic"/>
          </p:nvPr>
        </p:nvSpPr>
        <p:spPr>
          <a:xfrm>
            <a:off x="0" y="1502400"/>
            <a:ext cx="5404500" cy="3639600"/>
          </a:xfrm>
          <a:prstGeom prst="snip1Rect">
            <a:avLst>
              <a:gd fmla="val 16026" name="adj"/>
            </a:avLst>
          </a:prstGeom>
          <a:noFill/>
          <a:ln>
            <a:noFill/>
          </a:ln>
        </p:spPr>
      </p:sp>
      <p:sp>
        <p:nvSpPr>
          <p:cNvPr id="58" name="Google Shape;58;p6"/>
          <p:cNvSpPr txBox="1"/>
          <p:nvPr>
            <p:ph idx="6" type="subTitle"/>
          </p:nvPr>
        </p:nvSpPr>
        <p:spPr>
          <a:xfrm>
            <a:off x="5794900" y="4333425"/>
            <a:ext cx="2718300" cy="354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1400"/>
              <a:buFont typeface="Quantico"/>
              <a:buNone/>
              <a:defRPr sz="1400">
                <a:solidFill>
                  <a:schemeClr val="dk1"/>
                </a:solidFill>
                <a:latin typeface="Quantico"/>
                <a:ea typeface="Quantico"/>
                <a:cs typeface="Quantico"/>
                <a:sym typeface="Quantico"/>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
        <p:nvSpPr>
          <p:cNvPr id="59" name="Google Shape;59;p6"/>
          <p:cNvSpPr txBox="1"/>
          <p:nvPr>
            <p:ph idx="7" type="subTitle"/>
          </p:nvPr>
        </p:nvSpPr>
        <p:spPr>
          <a:xfrm>
            <a:off x="5821575" y="4501450"/>
            <a:ext cx="2650500" cy="898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5 ">
  <p:cSld name="BLANK_1_1_1_1_1_1_1">
    <p:bg>
      <p:bgPr>
        <a:solidFill>
          <a:schemeClr val="accent5"/>
        </a:solidFill>
      </p:bgPr>
    </p:bg>
    <p:spTree>
      <p:nvGrpSpPr>
        <p:cNvPr id="60" name="Shape 60"/>
        <p:cNvGrpSpPr/>
        <p:nvPr/>
      </p:nvGrpSpPr>
      <p:grpSpPr>
        <a:xfrm>
          <a:off x="0" y="0"/>
          <a:ext cx="0" cy="0"/>
          <a:chOff x="0" y="0"/>
          <a:chExt cx="0" cy="0"/>
        </a:xfrm>
      </p:grpSpPr>
      <p:sp>
        <p:nvSpPr>
          <p:cNvPr id="61" name="Google Shape;61;p7"/>
          <p:cNvSpPr/>
          <p:nvPr/>
        </p:nvSpPr>
        <p:spPr>
          <a:xfrm>
            <a:off x="731650" y="619550"/>
            <a:ext cx="8412300" cy="4525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62" name="Google Shape;62;p7"/>
          <p:cNvSpPr txBox="1"/>
          <p:nvPr>
            <p:ph type="title"/>
          </p:nvPr>
        </p:nvSpPr>
        <p:spPr>
          <a:xfrm>
            <a:off x="920550" y="904500"/>
            <a:ext cx="7226700" cy="9087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3000"/>
              <a:buNone/>
              <a:defRPr sz="3700"/>
            </a:lvl1pPr>
            <a:lvl2pPr lvl="1">
              <a:spcBef>
                <a:spcPts val="0"/>
              </a:spcBef>
              <a:spcAft>
                <a:spcPts val="0"/>
              </a:spcAft>
              <a:buClr>
                <a:schemeClr val="dk1"/>
              </a:buClr>
              <a:buSzPts val="3000"/>
              <a:buNone/>
              <a:defRPr sz="3700">
                <a:latin typeface="Quantico"/>
                <a:ea typeface="Quantico"/>
                <a:cs typeface="Quantico"/>
                <a:sym typeface="Quantico"/>
              </a:defRPr>
            </a:lvl2pPr>
            <a:lvl3pPr lvl="2">
              <a:spcBef>
                <a:spcPts val="0"/>
              </a:spcBef>
              <a:spcAft>
                <a:spcPts val="0"/>
              </a:spcAft>
              <a:buClr>
                <a:schemeClr val="dk1"/>
              </a:buClr>
              <a:buSzPts val="3000"/>
              <a:buNone/>
              <a:defRPr sz="3700">
                <a:latin typeface="Quantico"/>
                <a:ea typeface="Quantico"/>
                <a:cs typeface="Quantico"/>
                <a:sym typeface="Quantico"/>
              </a:defRPr>
            </a:lvl3pPr>
            <a:lvl4pPr lvl="3">
              <a:spcBef>
                <a:spcPts val="0"/>
              </a:spcBef>
              <a:spcAft>
                <a:spcPts val="0"/>
              </a:spcAft>
              <a:buClr>
                <a:schemeClr val="dk1"/>
              </a:buClr>
              <a:buSzPts val="3000"/>
              <a:buNone/>
              <a:defRPr sz="3700">
                <a:latin typeface="Quantico"/>
                <a:ea typeface="Quantico"/>
                <a:cs typeface="Quantico"/>
                <a:sym typeface="Quantico"/>
              </a:defRPr>
            </a:lvl4pPr>
            <a:lvl5pPr lvl="4">
              <a:spcBef>
                <a:spcPts val="0"/>
              </a:spcBef>
              <a:spcAft>
                <a:spcPts val="0"/>
              </a:spcAft>
              <a:buClr>
                <a:schemeClr val="dk1"/>
              </a:buClr>
              <a:buSzPts val="3000"/>
              <a:buNone/>
              <a:defRPr sz="3700">
                <a:latin typeface="Quantico"/>
                <a:ea typeface="Quantico"/>
                <a:cs typeface="Quantico"/>
                <a:sym typeface="Quantico"/>
              </a:defRPr>
            </a:lvl5pPr>
            <a:lvl6pPr lvl="5">
              <a:spcBef>
                <a:spcPts val="0"/>
              </a:spcBef>
              <a:spcAft>
                <a:spcPts val="0"/>
              </a:spcAft>
              <a:buClr>
                <a:schemeClr val="dk1"/>
              </a:buClr>
              <a:buSzPts val="3000"/>
              <a:buNone/>
              <a:defRPr sz="3700">
                <a:latin typeface="Quantico"/>
                <a:ea typeface="Quantico"/>
                <a:cs typeface="Quantico"/>
                <a:sym typeface="Quantico"/>
              </a:defRPr>
            </a:lvl6pPr>
            <a:lvl7pPr lvl="6">
              <a:spcBef>
                <a:spcPts val="0"/>
              </a:spcBef>
              <a:spcAft>
                <a:spcPts val="0"/>
              </a:spcAft>
              <a:buClr>
                <a:schemeClr val="dk1"/>
              </a:buClr>
              <a:buSzPts val="3000"/>
              <a:buNone/>
              <a:defRPr sz="3700">
                <a:latin typeface="Quantico"/>
                <a:ea typeface="Quantico"/>
                <a:cs typeface="Quantico"/>
                <a:sym typeface="Quantico"/>
              </a:defRPr>
            </a:lvl7pPr>
            <a:lvl8pPr lvl="7">
              <a:spcBef>
                <a:spcPts val="0"/>
              </a:spcBef>
              <a:spcAft>
                <a:spcPts val="0"/>
              </a:spcAft>
              <a:buClr>
                <a:schemeClr val="dk1"/>
              </a:buClr>
              <a:buSzPts val="3000"/>
              <a:buNone/>
              <a:defRPr sz="3700">
                <a:latin typeface="Quantico"/>
                <a:ea typeface="Quantico"/>
                <a:cs typeface="Quantico"/>
                <a:sym typeface="Quantico"/>
              </a:defRPr>
            </a:lvl8pPr>
            <a:lvl9pPr lvl="8">
              <a:spcBef>
                <a:spcPts val="0"/>
              </a:spcBef>
              <a:spcAft>
                <a:spcPts val="0"/>
              </a:spcAft>
              <a:buClr>
                <a:schemeClr val="dk1"/>
              </a:buClr>
              <a:buSzPts val="3000"/>
              <a:buNone/>
              <a:defRPr sz="3700">
                <a:latin typeface="Quantico"/>
                <a:ea typeface="Quantico"/>
                <a:cs typeface="Quantico"/>
                <a:sym typeface="Quantico"/>
              </a:defRPr>
            </a:lvl9pPr>
          </a:lstStyle>
          <a:p/>
        </p:txBody>
      </p:sp>
      <p:sp>
        <p:nvSpPr>
          <p:cNvPr id="63" name="Google Shape;63;p7"/>
          <p:cNvSpPr txBox="1"/>
          <p:nvPr>
            <p:ph idx="2" type="title"/>
          </p:nvPr>
        </p:nvSpPr>
        <p:spPr>
          <a:xfrm>
            <a:off x="920550" y="1881950"/>
            <a:ext cx="5228400" cy="1944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600"/>
              <a:buFont typeface="Lato"/>
              <a:buNone/>
              <a:defRPr sz="1600">
                <a:latin typeface="Lato"/>
                <a:ea typeface="Lato"/>
                <a:cs typeface="Lato"/>
                <a:sym typeface="Lato"/>
              </a:defRPr>
            </a:lvl1pPr>
            <a:lvl2pPr lvl="1">
              <a:spcBef>
                <a:spcPts val="0"/>
              </a:spcBef>
              <a:spcAft>
                <a:spcPts val="0"/>
              </a:spcAft>
              <a:buClr>
                <a:schemeClr val="dk1"/>
              </a:buClr>
              <a:buSzPts val="1600"/>
              <a:buFont typeface="Lato"/>
              <a:buNone/>
              <a:defRPr sz="1600">
                <a:latin typeface="Lato"/>
                <a:ea typeface="Lato"/>
                <a:cs typeface="Lato"/>
                <a:sym typeface="Lato"/>
              </a:defRPr>
            </a:lvl2pPr>
            <a:lvl3pPr lvl="2">
              <a:spcBef>
                <a:spcPts val="0"/>
              </a:spcBef>
              <a:spcAft>
                <a:spcPts val="0"/>
              </a:spcAft>
              <a:buClr>
                <a:schemeClr val="dk1"/>
              </a:buClr>
              <a:buSzPts val="1600"/>
              <a:buFont typeface="Lato"/>
              <a:buNone/>
              <a:defRPr sz="1600">
                <a:latin typeface="Lato"/>
                <a:ea typeface="Lato"/>
                <a:cs typeface="Lato"/>
                <a:sym typeface="Lato"/>
              </a:defRPr>
            </a:lvl3pPr>
            <a:lvl4pPr lvl="3">
              <a:spcBef>
                <a:spcPts val="0"/>
              </a:spcBef>
              <a:spcAft>
                <a:spcPts val="0"/>
              </a:spcAft>
              <a:buClr>
                <a:schemeClr val="dk1"/>
              </a:buClr>
              <a:buSzPts val="1600"/>
              <a:buFont typeface="Lato"/>
              <a:buNone/>
              <a:defRPr sz="1600">
                <a:latin typeface="Lato"/>
                <a:ea typeface="Lato"/>
                <a:cs typeface="Lato"/>
                <a:sym typeface="Lato"/>
              </a:defRPr>
            </a:lvl4pPr>
            <a:lvl5pPr lvl="4">
              <a:spcBef>
                <a:spcPts val="0"/>
              </a:spcBef>
              <a:spcAft>
                <a:spcPts val="0"/>
              </a:spcAft>
              <a:buClr>
                <a:schemeClr val="dk1"/>
              </a:buClr>
              <a:buSzPts val="1600"/>
              <a:buFont typeface="Lato"/>
              <a:buNone/>
              <a:defRPr sz="1600">
                <a:latin typeface="Lato"/>
                <a:ea typeface="Lato"/>
                <a:cs typeface="Lato"/>
                <a:sym typeface="Lato"/>
              </a:defRPr>
            </a:lvl5pPr>
            <a:lvl6pPr lvl="5">
              <a:spcBef>
                <a:spcPts val="0"/>
              </a:spcBef>
              <a:spcAft>
                <a:spcPts val="0"/>
              </a:spcAft>
              <a:buClr>
                <a:schemeClr val="dk1"/>
              </a:buClr>
              <a:buSzPts val="1600"/>
              <a:buFont typeface="Lato"/>
              <a:buNone/>
              <a:defRPr sz="1600">
                <a:latin typeface="Lato"/>
                <a:ea typeface="Lato"/>
                <a:cs typeface="Lato"/>
                <a:sym typeface="Lato"/>
              </a:defRPr>
            </a:lvl6pPr>
            <a:lvl7pPr lvl="6">
              <a:spcBef>
                <a:spcPts val="0"/>
              </a:spcBef>
              <a:spcAft>
                <a:spcPts val="0"/>
              </a:spcAft>
              <a:buClr>
                <a:schemeClr val="dk1"/>
              </a:buClr>
              <a:buSzPts val="1600"/>
              <a:buFont typeface="Lato"/>
              <a:buNone/>
              <a:defRPr sz="1600">
                <a:latin typeface="Lato"/>
                <a:ea typeface="Lato"/>
                <a:cs typeface="Lato"/>
                <a:sym typeface="Lato"/>
              </a:defRPr>
            </a:lvl7pPr>
            <a:lvl8pPr lvl="7">
              <a:spcBef>
                <a:spcPts val="0"/>
              </a:spcBef>
              <a:spcAft>
                <a:spcPts val="0"/>
              </a:spcAft>
              <a:buClr>
                <a:schemeClr val="dk1"/>
              </a:buClr>
              <a:buSzPts val="1600"/>
              <a:buFont typeface="Lato"/>
              <a:buNone/>
              <a:defRPr sz="1600">
                <a:latin typeface="Lato"/>
                <a:ea typeface="Lato"/>
                <a:cs typeface="Lato"/>
                <a:sym typeface="Lato"/>
              </a:defRPr>
            </a:lvl8pPr>
            <a:lvl9pPr lvl="8">
              <a:spcBef>
                <a:spcPts val="0"/>
              </a:spcBef>
              <a:spcAft>
                <a:spcPts val="0"/>
              </a:spcAft>
              <a:buClr>
                <a:schemeClr val="dk1"/>
              </a:buClr>
              <a:buSzPts val="1600"/>
              <a:buFont typeface="Lato"/>
              <a:buNone/>
              <a:defRPr sz="1600">
                <a:latin typeface="Lato"/>
                <a:ea typeface="Lato"/>
                <a:cs typeface="Lato"/>
                <a:sym typeface="Lato"/>
              </a:defRPr>
            </a:lvl9pPr>
          </a:lstStyle>
          <a:p/>
        </p:txBody>
      </p:sp>
      <p:sp>
        <p:nvSpPr>
          <p:cNvPr id="64" name="Google Shape;64;p7"/>
          <p:cNvSpPr txBox="1"/>
          <p:nvPr>
            <p:ph idx="1" type="subTitle"/>
          </p:nvPr>
        </p:nvSpPr>
        <p:spPr>
          <a:xfrm>
            <a:off x="920550" y="4518700"/>
            <a:ext cx="1817400" cy="4527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dk1"/>
              </a:buClr>
              <a:buSzPts val="1000"/>
              <a:buFont typeface="Lato"/>
              <a:buNone/>
              <a:defRPr sz="900">
                <a:solidFill>
                  <a:schemeClr val="dk1"/>
                </a:solidFill>
              </a:defRPr>
            </a:lvl1pPr>
            <a:lvl2pPr lvl="1">
              <a:lnSpc>
                <a:spcPct val="115000"/>
              </a:lnSpc>
              <a:spcBef>
                <a:spcPts val="1000"/>
              </a:spcBef>
              <a:spcAft>
                <a:spcPts val="0"/>
              </a:spcAft>
              <a:buClr>
                <a:schemeClr val="dk1"/>
              </a:buClr>
              <a:buSzPts val="1000"/>
              <a:buFont typeface="Lato"/>
              <a:buNone/>
              <a:defRPr sz="900">
                <a:solidFill>
                  <a:schemeClr val="dk1"/>
                </a:solidFill>
              </a:defRPr>
            </a:lvl2pPr>
            <a:lvl3pPr lvl="2">
              <a:lnSpc>
                <a:spcPct val="115000"/>
              </a:lnSpc>
              <a:spcBef>
                <a:spcPts val="1000"/>
              </a:spcBef>
              <a:spcAft>
                <a:spcPts val="0"/>
              </a:spcAft>
              <a:buClr>
                <a:schemeClr val="dk1"/>
              </a:buClr>
              <a:buSzPts val="1000"/>
              <a:buFont typeface="Lato"/>
              <a:buNone/>
              <a:defRPr sz="900">
                <a:solidFill>
                  <a:schemeClr val="dk1"/>
                </a:solidFill>
              </a:defRPr>
            </a:lvl3pPr>
            <a:lvl4pPr lvl="3">
              <a:lnSpc>
                <a:spcPct val="115000"/>
              </a:lnSpc>
              <a:spcBef>
                <a:spcPts val="1000"/>
              </a:spcBef>
              <a:spcAft>
                <a:spcPts val="0"/>
              </a:spcAft>
              <a:buClr>
                <a:schemeClr val="dk1"/>
              </a:buClr>
              <a:buSzPts val="1000"/>
              <a:buFont typeface="Lato"/>
              <a:buNone/>
              <a:defRPr sz="900">
                <a:solidFill>
                  <a:schemeClr val="dk1"/>
                </a:solidFill>
              </a:defRPr>
            </a:lvl4pPr>
            <a:lvl5pPr lvl="4">
              <a:lnSpc>
                <a:spcPct val="115000"/>
              </a:lnSpc>
              <a:spcBef>
                <a:spcPts val="1000"/>
              </a:spcBef>
              <a:spcAft>
                <a:spcPts val="0"/>
              </a:spcAft>
              <a:buClr>
                <a:schemeClr val="dk1"/>
              </a:buClr>
              <a:buSzPts val="1000"/>
              <a:buFont typeface="Lato"/>
              <a:buNone/>
              <a:defRPr sz="900">
                <a:solidFill>
                  <a:schemeClr val="dk1"/>
                </a:solidFill>
              </a:defRPr>
            </a:lvl5pPr>
            <a:lvl6pPr lvl="5">
              <a:lnSpc>
                <a:spcPct val="115000"/>
              </a:lnSpc>
              <a:spcBef>
                <a:spcPts val="1000"/>
              </a:spcBef>
              <a:spcAft>
                <a:spcPts val="0"/>
              </a:spcAft>
              <a:buClr>
                <a:schemeClr val="dk1"/>
              </a:buClr>
              <a:buSzPts val="1000"/>
              <a:buFont typeface="Lato"/>
              <a:buNone/>
              <a:defRPr sz="900">
                <a:solidFill>
                  <a:schemeClr val="dk1"/>
                </a:solidFill>
              </a:defRPr>
            </a:lvl6pPr>
            <a:lvl7pPr lvl="6">
              <a:lnSpc>
                <a:spcPct val="115000"/>
              </a:lnSpc>
              <a:spcBef>
                <a:spcPts val="1000"/>
              </a:spcBef>
              <a:spcAft>
                <a:spcPts val="0"/>
              </a:spcAft>
              <a:buClr>
                <a:schemeClr val="dk1"/>
              </a:buClr>
              <a:buSzPts val="1000"/>
              <a:buFont typeface="Lato"/>
              <a:buNone/>
              <a:defRPr sz="900">
                <a:solidFill>
                  <a:schemeClr val="dk1"/>
                </a:solidFill>
              </a:defRPr>
            </a:lvl7pPr>
            <a:lvl8pPr lvl="7">
              <a:lnSpc>
                <a:spcPct val="115000"/>
              </a:lnSpc>
              <a:spcBef>
                <a:spcPts val="1000"/>
              </a:spcBef>
              <a:spcAft>
                <a:spcPts val="0"/>
              </a:spcAft>
              <a:buClr>
                <a:schemeClr val="dk1"/>
              </a:buClr>
              <a:buSzPts val="1000"/>
              <a:buFont typeface="Lato"/>
              <a:buNone/>
              <a:defRPr sz="900">
                <a:solidFill>
                  <a:schemeClr val="dk1"/>
                </a:solidFill>
              </a:defRPr>
            </a:lvl8pPr>
            <a:lvl9pPr lvl="8">
              <a:lnSpc>
                <a:spcPct val="115000"/>
              </a:lnSpc>
              <a:spcBef>
                <a:spcPts val="1000"/>
              </a:spcBef>
              <a:spcAft>
                <a:spcPts val="1000"/>
              </a:spcAft>
              <a:buClr>
                <a:schemeClr val="dk1"/>
              </a:buClr>
              <a:buSzPts val="1000"/>
              <a:buFont typeface="Lato"/>
              <a:buNone/>
              <a:defRPr sz="900">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6">
  <p:cSld name="BLANK_1_1_1_1_1_1_2">
    <p:bg>
      <p:bgPr>
        <a:solidFill>
          <a:schemeClr val="accent2"/>
        </a:solidFill>
      </p:bgPr>
    </p:bg>
    <p:spTree>
      <p:nvGrpSpPr>
        <p:cNvPr id="65" name="Shape 65"/>
        <p:cNvGrpSpPr/>
        <p:nvPr/>
      </p:nvGrpSpPr>
      <p:grpSpPr>
        <a:xfrm>
          <a:off x="0" y="0"/>
          <a:ext cx="0" cy="0"/>
          <a:chOff x="0" y="0"/>
          <a:chExt cx="0" cy="0"/>
        </a:xfrm>
      </p:grpSpPr>
      <p:sp>
        <p:nvSpPr>
          <p:cNvPr id="66" name="Google Shape;66;p8"/>
          <p:cNvSpPr/>
          <p:nvPr/>
        </p:nvSpPr>
        <p:spPr>
          <a:xfrm>
            <a:off x="99900" y="99900"/>
            <a:ext cx="8944200" cy="4936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67" name="Google Shape;67;p8"/>
          <p:cNvSpPr/>
          <p:nvPr/>
        </p:nvSpPr>
        <p:spPr>
          <a:xfrm>
            <a:off x="252300" y="252300"/>
            <a:ext cx="8639400" cy="463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68" name="Google Shape;68;p8"/>
          <p:cNvSpPr/>
          <p:nvPr/>
        </p:nvSpPr>
        <p:spPr>
          <a:xfrm>
            <a:off x="404700" y="404700"/>
            <a:ext cx="8334600" cy="4326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69" name="Google Shape;69;p8"/>
          <p:cNvSpPr/>
          <p:nvPr/>
        </p:nvSpPr>
        <p:spPr>
          <a:xfrm>
            <a:off x="557100" y="560700"/>
            <a:ext cx="8029800" cy="402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70" name="Google Shape;70;p8"/>
          <p:cNvSpPr txBox="1"/>
          <p:nvPr>
            <p:ph type="title"/>
          </p:nvPr>
        </p:nvSpPr>
        <p:spPr>
          <a:xfrm>
            <a:off x="910650" y="1462775"/>
            <a:ext cx="7349400" cy="25134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4800"/>
              <a:buNone/>
              <a:defRPr sz="4800">
                <a:solidFill>
                  <a:schemeClr val="accent6"/>
                </a:solidFill>
              </a:defRPr>
            </a:lvl1pPr>
            <a:lvl2pPr lvl="1">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2pPr>
            <a:lvl3pPr lvl="2">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3pPr>
            <a:lvl4pPr lvl="3">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4pPr>
            <a:lvl5pPr lvl="4">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5pPr>
            <a:lvl6pPr lvl="5">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6pPr>
            <a:lvl7pPr lvl="6">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7pPr>
            <a:lvl8pPr lvl="7">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8pPr>
            <a:lvl9pPr lvl="8">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9pPr>
          </a:lstStyle>
          <a:p/>
        </p:txBody>
      </p:sp>
      <p:sp>
        <p:nvSpPr>
          <p:cNvPr id="71" name="Google Shape;71;p8"/>
          <p:cNvSpPr txBox="1"/>
          <p:nvPr>
            <p:ph idx="1" type="subTitle"/>
          </p:nvPr>
        </p:nvSpPr>
        <p:spPr>
          <a:xfrm>
            <a:off x="948750" y="4188925"/>
            <a:ext cx="1817400" cy="4527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6"/>
              </a:buClr>
              <a:buSzPts val="1000"/>
              <a:buFont typeface="Lato"/>
              <a:buNone/>
              <a:defRPr sz="900">
                <a:solidFill>
                  <a:schemeClr val="accent6"/>
                </a:solidFill>
              </a:defRPr>
            </a:lvl1pPr>
            <a:lvl2pPr lvl="1">
              <a:lnSpc>
                <a:spcPct val="115000"/>
              </a:lnSpc>
              <a:spcBef>
                <a:spcPts val="1000"/>
              </a:spcBef>
              <a:spcAft>
                <a:spcPts val="0"/>
              </a:spcAft>
              <a:buClr>
                <a:schemeClr val="accent6"/>
              </a:buClr>
              <a:buSzPts val="1000"/>
              <a:buFont typeface="Lato"/>
              <a:buNone/>
              <a:defRPr sz="900">
                <a:solidFill>
                  <a:schemeClr val="accent6"/>
                </a:solidFill>
              </a:defRPr>
            </a:lvl2pPr>
            <a:lvl3pPr lvl="2">
              <a:lnSpc>
                <a:spcPct val="115000"/>
              </a:lnSpc>
              <a:spcBef>
                <a:spcPts val="1000"/>
              </a:spcBef>
              <a:spcAft>
                <a:spcPts val="0"/>
              </a:spcAft>
              <a:buClr>
                <a:schemeClr val="accent6"/>
              </a:buClr>
              <a:buSzPts val="1000"/>
              <a:buFont typeface="Lato"/>
              <a:buNone/>
              <a:defRPr sz="900">
                <a:solidFill>
                  <a:schemeClr val="accent6"/>
                </a:solidFill>
              </a:defRPr>
            </a:lvl3pPr>
            <a:lvl4pPr lvl="3">
              <a:lnSpc>
                <a:spcPct val="115000"/>
              </a:lnSpc>
              <a:spcBef>
                <a:spcPts val="1000"/>
              </a:spcBef>
              <a:spcAft>
                <a:spcPts val="0"/>
              </a:spcAft>
              <a:buClr>
                <a:schemeClr val="accent6"/>
              </a:buClr>
              <a:buSzPts val="1000"/>
              <a:buFont typeface="Lato"/>
              <a:buNone/>
              <a:defRPr sz="900">
                <a:solidFill>
                  <a:schemeClr val="accent6"/>
                </a:solidFill>
              </a:defRPr>
            </a:lvl4pPr>
            <a:lvl5pPr lvl="4">
              <a:lnSpc>
                <a:spcPct val="115000"/>
              </a:lnSpc>
              <a:spcBef>
                <a:spcPts val="1000"/>
              </a:spcBef>
              <a:spcAft>
                <a:spcPts val="0"/>
              </a:spcAft>
              <a:buClr>
                <a:schemeClr val="accent6"/>
              </a:buClr>
              <a:buSzPts val="1000"/>
              <a:buFont typeface="Lato"/>
              <a:buNone/>
              <a:defRPr sz="900">
                <a:solidFill>
                  <a:schemeClr val="accent6"/>
                </a:solidFill>
              </a:defRPr>
            </a:lvl5pPr>
            <a:lvl6pPr lvl="5">
              <a:lnSpc>
                <a:spcPct val="115000"/>
              </a:lnSpc>
              <a:spcBef>
                <a:spcPts val="1000"/>
              </a:spcBef>
              <a:spcAft>
                <a:spcPts val="0"/>
              </a:spcAft>
              <a:buClr>
                <a:schemeClr val="accent6"/>
              </a:buClr>
              <a:buSzPts val="1000"/>
              <a:buFont typeface="Lato"/>
              <a:buNone/>
              <a:defRPr sz="900">
                <a:solidFill>
                  <a:schemeClr val="accent6"/>
                </a:solidFill>
              </a:defRPr>
            </a:lvl6pPr>
            <a:lvl7pPr lvl="6">
              <a:lnSpc>
                <a:spcPct val="115000"/>
              </a:lnSpc>
              <a:spcBef>
                <a:spcPts val="1000"/>
              </a:spcBef>
              <a:spcAft>
                <a:spcPts val="0"/>
              </a:spcAft>
              <a:buClr>
                <a:schemeClr val="accent6"/>
              </a:buClr>
              <a:buSzPts val="1000"/>
              <a:buFont typeface="Lato"/>
              <a:buNone/>
              <a:defRPr sz="900">
                <a:solidFill>
                  <a:schemeClr val="accent6"/>
                </a:solidFill>
              </a:defRPr>
            </a:lvl7pPr>
            <a:lvl8pPr lvl="7">
              <a:lnSpc>
                <a:spcPct val="115000"/>
              </a:lnSpc>
              <a:spcBef>
                <a:spcPts val="1000"/>
              </a:spcBef>
              <a:spcAft>
                <a:spcPts val="0"/>
              </a:spcAft>
              <a:buClr>
                <a:schemeClr val="accent6"/>
              </a:buClr>
              <a:buSzPts val="1000"/>
              <a:buFont typeface="Lato"/>
              <a:buNone/>
              <a:defRPr sz="900">
                <a:solidFill>
                  <a:schemeClr val="accent6"/>
                </a:solidFill>
              </a:defRPr>
            </a:lvl8pPr>
            <a:lvl9pPr lvl="8">
              <a:lnSpc>
                <a:spcPct val="115000"/>
              </a:lnSpc>
              <a:spcBef>
                <a:spcPts val="1000"/>
              </a:spcBef>
              <a:spcAft>
                <a:spcPts val="1000"/>
              </a:spcAft>
              <a:buClr>
                <a:schemeClr val="accent6"/>
              </a:buClr>
              <a:buSzPts val="1000"/>
              <a:buFont typeface="Lato"/>
              <a:buNone/>
              <a:defRPr sz="900">
                <a:solidFill>
                  <a:schemeClr val="accent6"/>
                </a:solidFill>
              </a:defRPr>
            </a:lvl9pPr>
          </a:lstStyle>
          <a:p/>
        </p:txBody>
      </p:sp>
      <p:sp>
        <p:nvSpPr>
          <p:cNvPr id="72" name="Google Shape;72;p8"/>
          <p:cNvSpPr txBox="1"/>
          <p:nvPr>
            <p:ph idx="2" type="title"/>
          </p:nvPr>
        </p:nvSpPr>
        <p:spPr>
          <a:xfrm>
            <a:off x="948750" y="930950"/>
            <a:ext cx="7311300" cy="3156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3"/>
              </a:buClr>
              <a:buSzPts val="2400"/>
              <a:buNone/>
              <a:defRPr sz="2400">
                <a:solidFill>
                  <a:schemeClr val="accent3"/>
                </a:solidFill>
              </a:defRPr>
            </a:lvl1pPr>
            <a:lvl2pPr lvl="1">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2pPr>
            <a:lvl3pPr lvl="2">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3pPr>
            <a:lvl4pPr lvl="3">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4pPr>
            <a:lvl5pPr lvl="4">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5pPr>
            <a:lvl6pPr lvl="5">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6pPr>
            <a:lvl7pPr lvl="6">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7pPr>
            <a:lvl8pPr lvl="7">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8pPr>
            <a:lvl9pPr lvl="8">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7 ">
  <p:cSld name="CUSTOM_11">
    <p:bg>
      <p:bgPr>
        <a:solidFill>
          <a:schemeClr val="lt2"/>
        </a:solidFill>
      </p:bgPr>
    </p:bg>
    <p:spTree>
      <p:nvGrpSpPr>
        <p:cNvPr id="73" name="Shape 73"/>
        <p:cNvGrpSpPr/>
        <p:nvPr/>
      </p:nvGrpSpPr>
      <p:grpSpPr>
        <a:xfrm>
          <a:off x="0" y="0"/>
          <a:ext cx="0" cy="0"/>
          <a:chOff x="0" y="0"/>
          <a:chExt cx="0" cy="0"/>
        </a:xfrm>
      </p:grpSpPr>
      <p:sp>
        <p:nvSpPr>
          <p:cNvPr id="74" name="Google Shape;74;p9"/>
          <p:cNvSpPr/>
          <p:nvPr/>
        </p:nvSpPr>
        <p:spPr>
          <a:xfrm>
            <a:off x="5444100" y="2728350"/>
            <a:ext cx="2952300" cy="2033400"/>
          </a:xfrm>
          <a:prstGeom prst="snip1Rect">
            <a:avLst>
              <a:gd fmla="val 13900"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75" name="Google Shape;75;p9"/>
          <p:cNvSpPr/>
          <p:nvPr/>
        </p:nvSpPr>
        <p:spPr>
          <a:xfrm>
            <a:off x="0" y="0"/>
            <a:ext cx="9144000" cy="4236000"/>
          </a:xfrm>
          <a:prstGeom prst="snip1Rect">
            <a:avLst>
              <a:gd fmla="val 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76" name="Google Shape;76;p9"/>
          <p:cNvSpPr/>
          <p:nvPr/>
        </p:nvSpPr>
        <p:spPr>
          <a:xfrm>
            <a:off x="5448300" y="694950"/>
            <a:ext cx="2952300" cy="2033400"/>
          </a:xfrm>
          <a:prstGeom prst="snip1Rect">
            <a:avLst>
              <a:gd fmla="val 13900"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77" name="Google Shape;77;p9"/>
          <p:cNvSpPr/>
          <p:nvPr/>
        </p:nvSpPr>
        <p:spPr>
          <a:xfrm>
            <a:off x="5438163" y="4761750"/>
            <a:ext cx="2964175" cy="388625"/>
          </a:xfrm>
          <a:custGeom>
            <a:rect b="b" l="l" r="r" t="t"/>
            <a:pathLst>
              <a:path extrusionOk="0" h="15545" w="118567">
                <a:moveTo>
                  <a:pt x="0" y="15545"/>
                </a:moveTo>
                <a:lnTo>
                  <a:pt x="118567" y="15545"/>
                </a:lnTo>
                <a:lnTo>
                  <a:pt x="103022" y="0"/>
                </a:lnTo>
                <a:lnTo>
                  <a:pt x="305" y="0"/>
                </a:lnTo>
                <a:close/>
              </a:path>
            </a:pathLst>
          </a:custGeom>
          <a:solidFill>
            <a:schemeClr val="accent1"/>
          </a:solidFill>
          <a:ln>
            <a:noFill/>
          </a:ln>
        </p:spPr>
      </p:sp>
      <p:sp>
        <p:nvSpPr>
          <p:cNvPr id="78" name="Google Shape;78;p9"/>
          <p:cNvSpPr/>
          <p:nvPr/>
        </p:nvSpPr>
        <p:spPr>
          <a:xfrm>
            <a:off x="5437625" y="-10675"/>
            <a:ext cx="2971800" cy="708675"/>
          </a:xfrm>
          <a:custGeom>
            <a:rect b="b" l="l" r="r" t="t"/>
            <a:pathLst>
              <a:path extrusionOk="0" h="28347" w="118872">
                <a:moveTo>
                  <a:pt x="0" y="0"/>
                </a:moveTo>
                <a:lnTo>
                  <a:pt x="0" y="28347"/>
                </a:lnTo>
                <a:lnTo>
                  <a:pt x="118872" y="28347"/>
                </a:lnTo>
                <a:lnTo>
                  <a:pt x="118872" y="305"/>
                </a:lnTo>
                <a:close/>
              </a:path>
            </a:pathLst>
          </a:custGeom>
          <a:solidFill>
            <a:schemeClr val="dk2"/>
          </a:solidFill>
          <a:ln>
            <a:noFill/>
          </a:ln>
        </p:spPr>
      </p:sp>
      <p:sp>
        <p:nvSpPr>
          <p:cNvPr id="79" name="Google Shape;79;p9"/>
          <p:cNvSpPr txBox="1"/>
          <p:nvPr>
            <p:ph type="title"/>
          </p:nvPr>
        </p:nvSpPr>
        <p:spPr>
          <a:xfrm>
            <a:off x="931675" y="907075"/>
            <a:ext cx="4005900" cy="7086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5"/>
              </a:buClr>
              <a:buSzPts val="3000"/>
              <a:buNone/>
              <a:defRPr sz="3700">
                <a:solidFill>
                  <a:schemeClr val="accent5"/>
                </a:solidFill>
              </a:defRPr>
            </a:lvl1pPr>
            <a:lvl2pPr lvl="1">
              <a:spcBef>
                <a:spcPts val="0"/>
              </a:spcBef>
              <a:spcAft>
                <a:spcPts val="0"/>
              </a:spcAft>
              <a:buClr>
                <a:schemeClr val="accent5"/>
              </a:buClr>
              <a:buSzPts val="3000"/>
              <a:buNone/>
              <a:defRPr sz="3700">
                <a:solidFill>
                  <a:schemeClr val="accent5"/>
                </a:solidFill>
                <a:latin typeface="Quantico"/>
                <a:ea typeface="Quantico"/>
                <a:cs typeface="Quantico"/>
                <a:sym typeface="Quantico"/>
              </a:defRPr>
            </a:lvl2pPr>
            <a:lvl3pPr lvl="2">
              <a:spcBef>
                <a:spcPts val="0"/>
              </a:spcBef>
              <a:spcAft>
                <a:spcPts val="0"/>
              </a:spcAft>
              <a:buClr>
                <a:schemeClr val="accent5"/>
              </a:buClr>
              <a:buSzPts val="3000"/>
              <a:buNone/>
              <a:defRPr sz="3700">
                <a:solidFill>
                  <a:schemeClr val="accent5"/>
                </a:solidFill>
                <a:latin typeface="Quantico"/>
                <a:ea typeface="Quantico"/>
                <a:cs typeface="Quantico"/>
                <a:sym typeface="Quantico"/>
              </a:defRPr>
            </a:lvl3pPr>
            <a:lvl4pPr lvl="3">
              <a:spcBef>
                <a:spcPts val="0"/>
              </a:spcBef>
              <a:spcAft>
                <a:spcPts val="0"/>
              </a:spcAft>
              <a:buClr>
                <a:schemeClr val="accent5"/>
              </a:buClr>
              <a:buSzPts val="3000"/>
              <a:buNone/>
              <a:defRPr sz="3700">
                <a:solidFill>
                  <a:schemeClr val="accent5"/>
                </a:solidFill>
                <a:latin typeface="Quantico"/>
                <a:ea typeface="Quantico"/>
                <a:cs typeface="Quantico"/>
                <a:sym typeface="Quantico"/>
              </a:defRPr>
            </a:lvl4pPr>
            <a:lvl5pPr lvl="4">
              <a:spcBef>
                <a:spcPts val="0"/>
              </a:spcBef>
              <a:spcAft>
                <a:spcPts val="0"/>
              </a:spcAft>
              <a:buClr>
                <a:schemeClr val="accent5"/>
              </a:buClr>
              <a:buSzPts val="3000"/>
              <a:buNone/>
              <a:defRPr sz="3700">
                <a:solidFill>
                  <a:schemeClr val="accent5"/>
                </a:solidFill>
                <a:latin typeface="Quantico"/>
                <a:ea typeface="Quantico"/>
                <a:cs typeface="Quantico"/>
                <a:sym typeface="Quantico"/>
              </a:defRPr>
            </a:lvl5pPr>
            <a:lvl6pPr lvl="5">
              <a:spcBef>
                <a:spcPts val="0"/>
              </a:spcBef>
              <a:spcAft>
                <a:spcPts val="0"/>
              </a:spcAft>
              <a:buClr>
                <a:schemeClr val="accent5"/>
              </a:buClr>
              <a:buSzPts val="3000"/>
              <a:buNone/>
              <a:defRPr sz="3700">
                <a:solidFill>
                  <a:schemeClr val="accent5"/>
                </a:solidFill>
                <a:latin typeface="Quantico"/>
                <a:ea typeface="Quantico"/>
                <a:cs typeface="Quantico"/>
                <a:sym typeface="Quantico"/>
              </a:defRPr>
            </a:lvl6pPr>
            <a:lvl7pPr lvl="6">
              <a:spcBef>
                <a:spcPts val="0"/>
              </a:spcBef>
              <a:spcAft>
                <a:spcPts val="0"/>
              </a:spcAft>
              <a:buClr>
                <a:schemeClr val="accent5"/>
              </a:buClr>
              <a:buSzPts val="3000"/>
              <a:buNone/>
              <a:defRPr sz="3700">
                <a:solidFill>
                  <a:schemeClr val="accent5"/>
                </a:solidFill>
                <a:latin typeface="Quantico"/>
                <a:ea typeface="Quantico"/>
                <a:cs typeface="Quantico"/>
                <a:sym typeface="Quantico"/>
              </a:defRPr>
            </a:lvl7pPr>
            <a:lvl8pPr lvl="7">
              <a:spcBef>
                <a:spcPts val="0"/>
              </a:spcBef>
              <a:spcAft>
                <a:spcPts val="0"/>
              </a:spcAft>
              <a:buClr>
                <a:schemeClr val="accent5"/>
              </a:buClr>
              <a:buSzPts val="3000"/>
              <a:buNone/>
              <a:defRPr sz="3700">
                <a:solidFill>
                  <a:schemeClr val="accent5"/>
                </a:solidFill>
                <a:latin typeface="Quantico"/>
                <a:ea typeface="Quantico"/>
                <a:cs typeface="Quantico"/>
                <a:sym typeface="Quantico"/>
              </a:defRPr>
            </a:lvl8pPr>
            <a:lvl9pPr lvl="8">
              <a:spcBef>
                <a:spcPts val="0"/>
              </a:spcBef>
              <a:spcAft>
                <a:spcPts val="0"/>
              </a:spcAft>
              <a:buClr>
                <a:schemeClr val="accent5"/>
              </a:buClr>
              <a:buSzPts val="3000"/>
              <a:buNone/>
              <a:defRPr sz="3700">
                <a:solidFill>
                  <a:schemeClr val="accent5"/>
                </a:solidFill>
                <a:latin typeface="Quantico"/>
                <a:ea typeface="Quantico"/>
                <a:cs typeface="Quantico"/>
                <a:sym typeface="Quantico"/>
              </a:defRPr>
            </a:lvl9pPr>
          </a:lstStyle>
          <a:p/>
        </p:txBody>
      </p:sp>
      <p:sp>
        <p:nvSpPr>
          <p:cNvPr id="80" name="Google Shape;80;p9"/>
          <p:cNvSpPr txBox="1"/>
          <p:nvPr>
            <p:ph idx="2" type="title"/>
          </p:nvPr>
        </p:nvSpPr>
        <p:spPr>
          <a:xfrm>
            <a:off x="931675" y="1712050"/>
            <a:ext cx="4005900" cy="170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1pPr>
            <a:lvl2pPr lvl="1">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2pPr>
            <a:lvl3pPr lvl="2">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3pPr>
            <a:lvl4pPr lvl="3">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4pPr>
            <a:lvl5pPr lvl="4">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5pPr>
            <a:lvl6pPr lvl="5">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6pPr>
            <a:lvl7pPr lvl="6">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7pPr>
            <a:lvl8pPr lvl="7">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8pPr>
            <a:lvl9pPr lvl="8">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8 ">
  <p:cSld name="CUSTOM_12">
    <p:bg>
      <p:bgPr>
        <a:solidFill>
          <a:schemeClr val="accent5"/>
        </a:solidFill>
      </p:bgPr>
    </p:bg>
    <p:spTree>
      <p:nvGrpSpPr>
        <p:cNvPr id="81" name="Shape 81"/>
        <p:cNvGrpSpPr/>
        <p:nvPr/>
      </p:nvGrpSpPr>
      <p:grpSpPr>
        <a:xfrm>
          <a:off x="0" y="0"/>
          <a:ext cx="0" cy="0"/>
          <a:chOff x="0" y="0"/>
          <a:chExt cx="0" cy="0"/>
        </a:xfrm>
      </p:grpSpPr>
      <p:sp>
        <p:nvSpPr>
          <p:cNvPr id="82" name="Google Shape;82;p10"/>
          <p:cNvSpPr/>
          <p:nvPr/>
        </p:nvSpPr>
        <p:spPr>
          <a:xfrm>
            <a:off x="0" y="0"/>
            <a:ext cx="9144000" cy="4236000"/>
          </a:xfrm>
          <a:prstGeom prst="snip1Rect">
            <a:avLst>
              <a:gd fmla="val 0"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83" name="Google Shape;83;p10"/>
          <p:cNvSpPr/>
          <p:nvPr/>
        </p:nvSpPr>
        <p:spPr>
          <a:xfrm>
            <a:off x="5596500" y="2731400"/>
            <a:ext cx="2952300" cy="2033400"/>
          </a:xfrm>
          <a:prstGeom prst="snip1Rect">
            <a:avLst>
              <a:gd fmla="val 1390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84" name="Google Shape;84;p10"/>
          <p:cNvSpPr/>
          <p:nvPr/>
        </p:nvSpPr>
        <p:spPr>
          <a:xfrm>
            <a:off x="5587725" y="698000"/>
            <a:ext cx="2952300" cy="2033400"/>
          </a:xfrm>
          <a:prstGeom prst="snip1Rect">
            <a:avLst>
              <a:gd fmla="val 13900"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85" name="Google Shape;85;p10"/>
          <p:cNvSpPr txBox="1"/>
          <p:nvPr>
            <p:ph type="title"/>
          </p:nvPr>
        </p:nvSpPr>
        <p:spPr>
          <a:xfrm>
            <a:off x="901475" y="907075"/>
            <a:ext cx="4695000" cy="8625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3000"/>
              <a:buNone/>
              <a:defRPr sz="3700"/>
            </a:lvl1pPr>
            <a:lvl2pPr lvl="1">
              <a:spcBef>
                <a:spcPts val="0"/>
              </a:spcBef>
              <a:spcAft>
                <a:spcPts val="0"/>
              </a:spcAft>
              <a:buClr>
                <a:schemeClr val="dk1"/>
              </a:buClr>
              <a:buSzPts val="3000"/>
              <a:buNone/>
              <a:defRPr sz="3700">
                <a:latin typeface="Quantico"/>
                <a:ea typeface="Quantico"/>
                <a:cs typeface="Quantico"/>
                <a:sym typeface="Quantico"/>
              </a:defRPr>
            </a:lvl2pPr>
            <a:lvl3pPr lvl="2">
              <a:spcBef>
                <a:spcPts val="0"/>
              </a:spcBef>
              <a:spcAft>
                <a:spcPts val="0"/>
              </a:spcAft>
              <a:buClr>
                <a:schemeClr val="dk1"/>
              </a:buClr>
              <a:buSzPts val="3000"/>
              <a:buNone/>
              <a:defRPr sz="3700">
                <a:latin typeface="Quantico"/>
                <a:ea typeface="Quantico"/>
                <a:cs typeface="Quantico"/>
                <a:sym typeface="Quantico"/>
              </a:defRPr>
            </a:lvl3pPr>
            <a:lvl4pPr lvl="3">
              <a:spcBef>
                <a:spcPts val="0"/>
              </a:spcBef>
              <a:spcAft>
                <a:spcPts val="0"/>
              </a:spcAft>
              <a:buClr>
                <a:schemeClr val="dk1"/>
              </a:buClr>
              <a:buSzPts val="3000"/>
              <a:buNone/>
              <a:defRPr sz="3700">
                <a:latin typeface="Quantico"/>
                <a:ea typeface="Quantico"/>
                <a:cs typeface="Quantico"/>
                <a:sym typeface="Quantico"/>
              </a:defRPr>
            </a:lvl4pPr>
            <a:lvl5pPr lvl="4">
              <a:spcBef>
                <a:spcPts val="0"/>
              </a:spcBef>
              <a:spcAft>
                <a:spcPts val="0"/>
              </a:spcAft>
              <a:buClr>
                <a:schemeClr val="dk1"/>
              </a:buClr>
              <a:buSzPts val="3000"/>
              <a:buNone/>
              <a:defRPr sz="3700">
                <a:latin typeface="Quantico"/>
                <a:ea typeface="Quantico"/>
                <a:cs typeface="Quantico"/>
                <a:sym typeface="Quantico"/>
              </a:defRPr>
            </a:lvl5pPr>
            <a:lvl6pPr lvl="5">
              <a:spcBef>
                <a:spcPts val="0"/>
              </a:spcBef>
              <a:spcAft>
                <a:spcPts val="0"/>
              </a:spcAft>
              <a:buClr>
                <a:schemeClr val="dk1"/>
              </a:buClr>
              <a:buSzPts val="3000"/>
              <a:buNone/>
              <a:defRPr sz="3700">
                <a:latin typeface="Quantico"/>
                <a:ea typeface="Quantico"/>
                <a:cs typeface="Quantico"/>
                <a:sym typeface="Quantico"/>
              </a:defRPr>
            </a:lvl6pPr>
            <a:lvl7pPr lvl="6">
              <a:spcBef>
                <a:spcPts val="0"/>
              </a:spcBef>
              <a:spcAft>
                <a:spcPts val="0"/>
              </a:spcAft>
              <a:buClr>
                <a:schemeClr val="dk1"/>
              </a:buClr>
              <a:buSzPts val="3000"/>
              <a:buNone/>
              <a:defRPr sz="3700">
                <a:latin typeface="Quantico"/>
                <a:ea typeface="Quantico"/>
                <a:cs typeface="Quantico"/>
                <a:sym typeface="Quantico"/>
              </a:defRPr>
            </a:lvl7pPr>
            <a:lvl8pPr lvl="7">
              <a:spcBef>
                <a:spcPts val="0"/>
              </a:spcBef>
              <a:spcAft>
                <a:spcPts val="0"/>
              </a:spcAft>
              <a:buClr>
                <a:schemeClr val="dk1"/>
              </a:buClr>
              <a:buSzPts val="3000"/>
              <a:buNone/>
              <a:defRPr sz="3700">
                <a:latin typeface="Quantico"/>
                <a:ea typeface="Quantico"/>
                <a:cs typeface="Quantico"/>
                <a:sym typeface="Quantico"/>
              </a:defRPr>
            </a:lvl8pPr>
            <a:lvl9pPr lvl="8">
              <a:spcBef>
                <a:spcPts val="0"/>
              </a:spcBef>
              <a:spcAft>
                <a:spcPts val="0"/>
              </a:spcAft>
              <a:buClr>
                <a:schemeClr val="dk1"/>
              </a:buClr>
              <a:buSzPts val="3000"/>
              <a:buNone/>
              <a:defRPr sz="3700">
                <a:latin typeface="Quantico"/>
                <a:ea typeface="Quantico"/>
                <a:cs typeface="Quantico"/>
                <a:sym typeface="Quantico"/>
              </a:defRPr>
            </a:lvl9pPr>
          </a:lstStyle>
          <a:p/>
        </p:txBody>
      </p:sp>
      <p:sp>
        <p:nvSpPr>
          <p:cNvPr id="86" name="Google Shape;86;p10"/>
          <p:cNvSpPr txBox="1"/>
          <p:nvPr>
            <p:ph idx="2" type="title"/>
          </p:nvPr>
        </p:nvSpPr>
        <p:spPr>
          <a:xfrm>
            <a:off x="930907" y="1836900"/>
            <a:ext cx="4005900" cy="1879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600"/>
              <a:buFont typeface="Lato"/>
              <a:buNone/>
              <a:defRPr sz="1600">
                <a:latin typeface="Lato"/>
                <a:ea typeface="Lato"/>
                <a:cs typeface="Lato"/>
                <a:sym typeface="Lato"/>
              </a:defRPr>
            </a:lvl1pPr>
            <a:lvl2pPr lvl="1">
              <a:spcBef>
                <a:spcPts val="0"/>
              </a:spcBef>
              <a:spcAft>
                <a:spcPts val="0"/>
              </a:spcAft>
              <a:buClr>
                <a:schemeClr val="dk1"/>
              </a:buClr>
              <a:buSzPts val="1600"/>
              <a:buFont typeface="Lato"/>
              <a:buNone/>
              <a:defRPr sz="1600">
                <a:latin typeface="Lato"/>
                <a:ea typeface="Lato"/>
                <a:cs typeface="Lato"/>
                <a:sym typeface="Lato"/>
              </a:defRPr>
            </a:lvl2pPr>
            <a:lvl3pPr lvl="2">
              <a:spcBef>
                <a:spcPts val="0"/>
              </a:spcBef>
              <a:spcAft>
                <a:spcPts val="0"/>
              </a:spcAft>
              <a:buClr>
                <a:schemeClr val="dk1"/>
              </a:buClr>
              <a:buSzPts val="1600"/>
              <a:buFont typeface="Lato"/>
              <a:buNone/>
              <a:defRPr sz="1600">
                <a:latin typeface="Lato"/>
                <a:ea typeface="Lato"/>
                <a:cs typeface="Lato"/>
                <a:sym typeface="Lato"/>
              </a:defRPr>
            </a:lvl3pPr>
            <a:lvl4pPr lvl="3">
              <a:spcBef>
                <a:spcPts val="0"/>
              </a:spcBef>
              <a:spcAft>
                <a:spcPts val="0"/>
              </a:spcAft>
              <a:buClr>
                <a:schemeClr val="dk1"/>
              </a:buClr>
              <a:buSzPts val="1600"/>
              <a:buFont typeface="Lato"/>
              <a:buNone/>
              <a:defRPr sz="1600">
                <a:latin typeface="Lato"/>
                <a:ea typeface="Lato"/>
                <a:cs typeface="Lato"/>
                <a:sym typeface="Lato"/>
              </a:defRPr>
            </a:lvl4pPr>
            <a:lvl5pPr lvl="4">
              <a:spcBef>
                <a:spcPts val="0"/>
              </a:spcBef>
              <a:spcAft>
                <a:spcPts val="0"/>
              </a:spcAft>
              <a:buClr>
                <a:schemeClr val="dk1"/>
              </a:buClr>
              <a:buSzPts val="1600"/>
              <a:buFont typeface="Lato"/>
              <a:buNone/>
              <a:defRPr sz="1600">
                <a:latin typeface="Lato"/>
                <a:ea typeface="Lato"/>
                <a:cs typeface="Lato"/>
                <a:sym typeface="Lato"/>
              </a:defRPr>
            </a:lvl5pPr>
            <a:lvl6pPr lvl="5">
              <a:spcBef>
                <a:spcPts val="0"/>
              </a:spcBef>
              <a:spcAft>
                <a:spcPts val="0"/>
              </a:spcAft>
              <a:buClr>
                <a:schemeClr val="dk1"/>
              </a:buClr>
              <a:buSzPts val="1600"/>
              <a:buFont typeface="Lato"/>
              <a:buNone/>
              <a:defRPr sz="1600">
                <a:latin typeface="Lato"/>
                <a:ea typeface="Lato"/>
                <a:cs typeface="Lato"/>
                <a:sym typeface="Lato"/>
              </a:defRPr>
            </a:lvl6pPr>
            <a:lvl7pPr lvl="6">
              <a:spcBef>
                <a:spcPts val="0"/>
              </a:spcBef>
              <a:spcAft>
                <a:spcPts val="0"/>
              </a:spcAft>
              <a:buClr>
                <a:schemeClr val="dk1"/>
              </a:buClr>
              <a:buSzPts val="1600"/>
              <a:buFont typeface="Lato"/>
              <a:buNone/>
              <a:defRPr sz="1600">
                <a:latin typeface="Lato"/>
                <a:ea typeface="Lato"/>
                <a:cs typeface="Lato"/>
                <a:sym typeface="Lato"/>
              </a:defRPr>
            </a:lvl7pPr>
            <a:lvl8pPr lvl="7">
              <a:spcBef>
                <a:spcPts val="0"/>
              </a:spcBef>
              <a:spcAft>
                <a:spcPts val="0"/>
              </a:spcAft>
              <a:buClr>
                <a:schemeClr val="dk1"/>
              </a:buClr>
              <a:buSzPts val="1600"/>
              <a:buFont typeface="Lato"/>
              <a:buNone/>
              <a:defRPr sz="1600">
                <a:latin typeface="Lato"/>
                <a:ea typeface="Lato"/>
                <a:cs typeface="Lato"/>
                <a:sym typeface="Lato"/>
              </a:defRPr>
            </a:lvl8pPr>
            <a:lvl9pPr lvl="8">
              <a:spcBef>
                <a:spcPts val="0"/>
              </a:spcBef>
              <a:spcAft>
                <a:spcPts val="0"/>
              </a:spcAft>
              <a:buClr>
                <a:schemeClr val="dk1"/>
              </a:buClr>
              <a:buSzPts val="1600"/>
              <a:buFont typeface="Lato"/>
              <a:buNone/>
              <a:defRPr sz="1600">
                <a:latin typeface="Lato"/>
                <a:ea typeface="Lato"/>
                <a:cs typeface="Lato"/>
                <a:sym typeface="Lato"/>
              </a:defRPr>
            </a:lvl9pPr>
          </a:lstStyle>
          <a:p/>
        </p:txBody>
      </p:sp>
      <p:sp>
        <p:nvSpPr>
          <p:cNvPr id="87" name="Google Shape;87;p10"/>
          <p:cNvSpPr/>
          <p:nvPr/>
        </p:nvSpPr>
        <p:spPr>
          <a:xfrm>
            <a:off x="5586750" y="-10675"/>
            <a:ext cx="2971800" cy="708675"/>
          </a:xfrm>
          <a:custGeom>
            <a:rect b="b" l="l" r="r" t="t"/>
            <a:pathLst>
              <a:path extrusionOk="0" h="28347" w="118872">
                <a:moveTo>
                  <a:pt x="0" y="0"/>
                </a:moveTo>
                <a:lnTo>
                  <a:pt x="0" y="28347"/>
                </a:lnTo>
                <a:lnTo>
                  <a:pt x="118872" y="28347"/>
                </a:lnTo>
                <a:lnTo>
                  <a:pt x="118872" y="305"/>
                </a:lnTo>
                <a:close/>
              </a:path>
            </a:pathLst>
          </a:custGeom>
          <a:solidFill>
            <a:schemeClr val="accent4"/>
          </a:solidFill>
          <a:ln>
            <a:noFill/>
          </a:ln>
        </p:spPr>
      </p:sp>
      <p:sp>
        <p:nvSpPr>
          <p:cNvPr id="88" name="Google Shape;88;p10"/>
          <p:cNvSpPr/>
          <p:nvPr/>
        </p:nvSpPr>
        <p:spPr>
          <a:xfrm>
            <a:off x="5590563" y="4762500"/>
            <a:ext cx="2964175" cy="388625"/>
          </a:xfrm>
          <a:custGeom>
            <a:rect b="b" l="l" r="r" t="t"/>
            <a:pathLst>
              <a:path extrusionOk="0" h="15545" w="118567">
                <a:moveTo>
                  <a:pt x="0" y="15545"/>
                </a:moveTo>
                <a:lnTo>
                  <a:pt x="118567" y="15545"/>
                </a:lnTo>
                <a:lnTo>
                  <a:pt x="103022" y="0"/>
                </a:lnTo>
                <a:lnTo>
                  <a:pt x="305" y="0"/>
                </a:lnTo>
                <a:close/>
              </a:path>
            </a:pathLst>
          </a:custGeom>
          <a:solidFill>
            <a:schemeClr val="accent6"/>
          </a:solid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BLANK_1_1_1_1_1_1_1_1_1_1_1_1_1_1_1_1_1">
    <p:bg>
      <p:bgPr>
        <a:solidFill>
          <a:schemeClr val="accent5"/>
        </a:solidFill>
      </p:bgPr>
    </p:bg>
    <p:spTree>
      <p:nvGrpSpPr>
        <p:cNvPr id="89" name="Shape 89"/>
        <p:cNvGrpSpPr/>
        <p:nvPr/>
      </p:nvGrpSpPr>
      <p:grpSpPr>
        <a:xfrm>
          <a:off x="0" y="0"/>
          <a:ext cx="0" cy="0"/>
          <a:chOff x="0" y="0"/>
          <a:chExt cx="0" cy="0"/>
        </a:xfrm>
      </p:grpSpPr>
      <p:sp>
        <p:nvSpPr>
          <p:cNvPr id="90" name="Google Shape;90;p11"/>
          <p:cNvSpPr/>
          <p:nvPr/>
        </p:nvSpPr>
        <p:spPr>
          <a:xfrm>
            <a:off x="696050" y="619550"/>
            <a:ext cx="8448000" cy="4525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1" name="Google Shape;91;p11"/>
          <p:cNvSpPr/>
          <p:nvPr/>
        </p:nvSpPr>
        <p:spPr>
          <a:xfrm>
            <a:off x="4930700" y="619550"/>
            <a:ext cx="4213200" cy="452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2" name="Google Shape;92;p11"/>
          <p:cNvSpPr/>
          <p:nvPr>
            <p:ph idx="2" type="pic"/>
          </p:nvPr>
        </p:nvSpPr>
        <p:spPr>
          <a:xfrm flipH="1">
            <a:off x="4930693" y="619550"/>
            <a:ext cx="2100300" cy="1513500"/>
          </a:xfrm>
          <a:prstGeom prst="snip1Rect">
            <a:avLst>
              <a:gd fmla="val 0" name="adj"/>
            </a:avLst>
          </a:prstGeom>
          <a:noFill/>
          <a:ln>
            <a:noFill/>
          </a:ln>
        </p:spPr>
      </p:sp>
      <p:sp>
        <p:nvSpPr>
          <p:cNvPr id="93" name="Google Shape;93;p11"/>
          <p:cNvSpPr txBox="1"/>
          <p:nvPr>
            <p:ph type="title"/>
          </p:nvPr>
        </p:nvSpPr>
        <p:spPr>
          <a:xfrm>
            <a:off x="929475" y="914400"/>
            <a:ext cx="3633000" cy="10773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400"/>
              <a:buNone/>
              <a:defRPr sz="2400"/>
            </a:lvl1pPr>
            <a:lvl2pPr lvl="1">
              <a:lnSpc>
                <a:spcPct val="80000"/>
              </a:lnSpc>
              <a:spcBef>
                <a:spcPts val="0"/>
              </a:spcBef>
              <a:spcAft>
                <a:spcPts val="0"/>
              </a:spcAft>
              <a:buClr>
                <a:schemeClr val="dk1"/>
              </a:buClr>
              <a:buSzPts val="3000"/>
              <a:buNone/>
              <a:defRPr sz="5500">
                <a:latin typeface="Quantico"/>
                <a:ea typeface="Quantico"/>
                <a:cs typeface="Quantico"/>
                <a:sym typeface="Quantico"/>
              </a:defRPr>
            </a:lvl2pPr>
            <a:lvl3pPr lvl="2">
              <a:lnSpc>
                <a:spcPct val="80000"/>
              </a:lnSpc>
              <a:spcBef>
                <a:spcPts val="0"/>
              </a:spcBef>
              <a:spcAft>
                <a:spcPts val="0"/>
              </a:spcAft>
              <a:buClr>
                <a:schemeClr val="dk1"/>
              </a:buClr>
              <a:buSzPts val="3000"/>
              <a:buNone/>
              <a:defRPr sz="5500">
                <a:latin typeface="Quantico"/>
                <a:ea typeface="Quantico"/>
                <a:cs typeface="Quantico"/>
                <a:sym typeface="Quantico"/>
              </a:defRPr>
            </a:lvl3pPr>
            <a:lvl4pPr lvl="3">
              <a:lnSpc>
                <a:spcPct val="80000"/>
              </a:lnSpc>
              <a:spcBef>
                <a:spcPts val="0"/>
              </a:spcBef>
              <a:spcAft>
                <a:spcPts val="0"/>
              </a:spcAft>
              <a:buClr>
                <a:schemeClr val="dk1"/>
              </a:buClr>
              <a:buSzPts val="3000"/>
              <a:buNone/>
              <a:defRPr sz="5500">
                <a:latin typeface="Quantico"/>
                <a:ea typeface="Quantico"/>
                <a:cs typeface="Quantico"/>
                <a:sym typeface="Quantico"/>
              </a:defRPr>
            </a:lvl4pPr>
            <a:lvl5pPr lvl="4">
              <a:lnSpc>
                <a:spcPct val="80000"/>
              </a:lnSpc>
              <a:spcBef>
                <a:spcPts val="0"/>
              </a:spcBef>
              <a:spcAft>
                <a:spcPts val="0"/>
              </a:spcAft>
              <a:buClr>
                <a:schemeClr val="dk1"/>
              </a:buClr>
              <a:buSzPts val="3000"/>
              <a:buNone/>
              <a:defRPr sz="5500">
                <a:latin typeface="Quantico"/>
                <a:ea typeface="Quantico"/>
                <a:cs typeface="Quantico"/>
                <a:sym typeface="Quantico"/>
              </a:defRPr>
            </a:lvl5pPr>
            <a:lvl6pPr lvl="5">
              <a:lnSpc>
                <a:spcPct val="80000"/>
              </a:lnSpc>
              <a:spcBef>
                <a:spcPts val="0"/>
              </a:spcBef>
              <a:spcAft>
                <a:spcPts val="0"/>
              </a:spcAft>
              <a:buClr>
                <a:schemeClr val="dk1"/>
              </a:buClr>
              <a:buSzPts val="3000"/>
              <a:buNone/>
              <a:defRPr sz="5500">
                <a:latin typeface="Quantico"/>
                <a:ea typeface="Quantico"/>
                <a:cs typeface="Quantico"/>
                <a:sym typeface="Quantico"/>
              </a:defRPr>
            </a:lvl6pPr>
            <a:lvl7pPr lvl="6">
              <a:lnSpc>
                <a:spcPct val="80000"/>
              </a:lnSpc>
              <a:spcBef>
                <a:spcPts val="0"/>
              </a:spcBef>
              <a:spcAft>
                <a:spcPts val="0"/>
              </a:spcAft>
              <a:buClr>
                <a:schemeClr val="dk1"/>
              </a:buClr>
              <a:buSzPts val="3000"/>
              <a:buNone/>
              <a:defRPr sz="5500">
                <a:latin typeface="Quantico"/>
                <a:ea typeface="Quantico"/>
                <a:cs typeface="Quantico"/>
                <a:sym typeface="Quantico"/>
              </a:defRPr>
            </a:lvl7pPr>
            <a:lvl8pPr lvl="7">
              <a:lnSpc>
                <a:spcPct val="80000"/>
              </a:lnSpc>
              <a:spcBef>
                <a:spcPts val="0"/>
              </a:spcBef>
              <a:spcAft>
                <a:spcPts val="0"/>
              </a:spcAft>
              <a:buClr>
                <a:schemeClr val="dk1"/>
              </a:buClr>
              <a:buSzPts val="3000"/>
              <a:buNone/>
              <a:defRPr sz="5500">
                <a:latin typeface="Quantico"/>
                <a:ea typeface="Quantico"/>
                <a:cs typeface="Quantico"/>
                <a:sym typeface="Quantico"/>
              </a:defRPr>
            </a:lvl8pPr>
            <a:lvl9pPr lvl="8">
              <a:lnSpc>
                <a:spcPct val="80000"/>
              </a:lnSpc>
              <a:spcBef>
                <a:spcPts val="0"/>
              </a:spcBef>
              <a:spcAft>
                <a:spcPts val="0"/>
              </a:spcAft>
              <a:buClr>
                <a:schemeClr val="dk1"/>
              </a:buClr>
              <a:buSzPts val="3000"/>
              <a:buNone/>
              <a:defRPr sz="5500">
                <a:latin typeface="Quantico"/>
                <a:ea typeface="Quantico"/>
                <a:cs typeface="Quantico"/>
                <a:sym typeface="Quantico"/>
              </a:defRPr>
            </a:lvl9pPr>
          </a:lstStyle>
          <a:p/>
        </p:txBody>
      </p:sp>
      <p:sp>
        <p:nvSpPr>
          <p:cNvPr id="94" name="Google Shape;94;p11"/>
          <p:cNvSpPr/>
          <p:nvPr>
            <p:ph idx="3" type="pic"/>
          </p:nvPr>
        </p:nvSpPr>
        <p:spPr>
          <a:xfrm flipH="1">
            <a:off x="696043" y="2125400"/>
            <a:ext cx="2129100" cy="1513500"/>
          </a:xfrm>
          <a:prstGeom prst="snip1Rect">
            <a:avLst>
              <a:gd fmla="val 0" name="adj"/>
            </a:avLst>
          </a:prstGeom>
          <a:noFill/>
          <a:ln>
            <a:noFill/>
          </a:ln>
        </p:spPr>
      </p:sp>
      <p:sp>
        <p:nvSpPr>
          <p:cNvPr id="95" name="Google Shape;95;p11"/>
          <p:cNvSpPr/>
          <p:nvPr>
            <p:ph idx="4" type="pic"/>
          </p:nvPr>
        </p:nvSpPr>
        <p:spPr>
          <a:xfrm flipH="1">
            <a:off x="4930693" y="3635300"/>
            <a:ext cx="2100300" cy="1513500"/>
          </a:xfrm>
          <a:prstGeom prst="snip1Rect">
            <a:avLst>
              <a:gd fmla="val 0" name="adj"/>
            </a:avLst>
          </a:prstGeom>
          <a:noFill/>
          <a:ln>
            <a:noFill/>
          </a:ln>
        </p:spPr>
      </p:sp>
      <p:sp>
        <p:nvSpPr>
          <p:cNvPr id="96" name="Google Shape;96;p11"/>
          <p:cNvSpPr txBox="1"/>
          <p:nvPr>
            <p:ph idx="5" type="title"/>
          </p:nvPr>
        </p:nvSpPr>
        <p:spPr>
          <a:xfrm>
            <a:off x="7243093" y="851546"/>
            <a:ext cx="1696500" cy="269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b="1"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b="1"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b="1"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b="1"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b="1"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b="1"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b="1"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b="1"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b="1" sz="1200">
                <a:latin typeface="Lato"/>
                <a:ea typeface="Lato"/>
                <a:cs typeface="Lato"/>
                <a:sym typeface="Lato"/>
              </a:defRPr>
            </a:lvl9pPr>
          </a:lstStyle>
          <a:p/>
        </p:txBody>
      </p:sp>
      <p:sp>
        <p:nvSpPr>
          <p:cNvPr id="97" name="Google Shape;97;p11"/>
          <p:cNvSpPr txBox="1"/>
          <p:nvPr>
            <p:ph idx="6" type="title"/>
          </p:nvPr>
        </p:nvSpPr>
        <p:spPr>
          <a:xfrm>
            <a:off x="3257860" y="2361757"/>
            <a:ext cx="1696500" cy="269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b="1"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b="1"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b="1"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b="1"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b="1"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b="1"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b="1"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b="1"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b="1" sz="1200">
                <a:latin typeface="Lato"/>
                <a:ea typeface="Lato"/>
                <a:cs typeface="Lato"/>
                <a:sym typeface="Lato"/>
              </a:defRPr>
            </a:lvl9pPr>
          </a:lstStyle>
          <a:p/>
        </p:txBody>
      </p:sp>
      <p:sp>
        <p:nvSpPr>
          <p:cNvPr id="98" name="Google Shape;98;p11"/>
          <p:cNvSpPr txBox="1"/>
          <p:nvPr>
            <p:ph idx="7" type="title"/>
          </p:nvPr>
        </p:nvSpPr>
        <p:spPr>
          <a:xfrm>
            <a:off x="7229582" y="3878226"/>
            <a:ext cx="1696500" cy="269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b="1"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b="1"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b="1"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b="1"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b="1"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b="1"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b="1"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b="1"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b="1" sz="1200">
                <a:latin typeface="Lato"/>
                <a:ea typeface="Lato"/>
                <a:cs typeface="Lato"/>
                <a:sym typeface="Lato"/>
              </a:defRPr>
            </a:lvl9pPr>
          </a:lstStyle>
          <a:p/>
        </p:txBody>
      </p:sp>
      <p:sp>
        <p:nvSpPr>
          <p:cNvPr id="99" name="Google Shape;99;p11"/>
          <p:cNvSpPr txBox="1"/>
          <p:nvPr>
            <p:ph idx="1" type="body"/>
          </p:nvPr>
        </p:nvSpPr>
        <p:spPr>
          <a:xfrm>
            <a:off x="3257120" y="2663823"/>
            <a:ext cx="1578900" cy="8301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100" name="Google Shape;100;p11"/>
          <p:cNvSpPr txBox="1"/>
          <p:nvPr>
            <p:ph idx="8" type="body"/>
          </p:nvPr>
        </p:nvSpPr>
        <p:spPr>
          <a:xfrm>
            <a:off x="7237317" y="4178575"/>
            <a:ext cx="1784400" cy="8301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101" name="Google Shape;101;p11"/>
          <p:cNvSpPr txBox="1"/>
          <p:nvPr>
            <p:ph idx="9" type="body"/>
          </p:nvPr>
        </p:nvSpPr>
        <p:spPr>
          <a:xfrm>
            <a:off x="7246218" y="1157300"/>
            <a:ext cx="1680000" cy="8301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4">
  <p:cSld name="CUSTOM_15">
    <p:bg>
      <p:bgPr>
        <a:solidFill>
          <a:schemeClr val="lt1"/>
        </a:solidFill>
      </p:bgPr>
    </p:bg>
    <p:spTree>
      <p:nvGrpSpPr>
        <p:cNvPr id="102" name="Shape 102"/>
        <p:cNvGrpSpPr/>
        <p:nvPr/>
      </p:nvGrpSpPr>
      <p:grpSpPr>
        <a:xfrm>
          <a:off x="0" y="0"/>
          <a:ext cx="0" cy="0"/>
          <a:chOff x="0" y="0"/>
          <a:chExt cx="0" cy="0"/>
        </a:xfrm>
      </p:grpSpPr>
      <p:pic>
        <p:nvPicPr>
          <p:cNvPr id="103" name="Google Shape;103;p12"/>
          <p:cNvPicPr preferRelativeResize="0"/>
          <p:nvPr/>
        </p:nvPicPr>
        <p:blipFill rotWithShape="1">
          <a:blip r:embed="rId2">
            <a:alphaModFix amt="10000"/>
          </a:blip>
          <a:srcRect b="0" l="789" r="12432" t="0"/>
          <a:stretch/>
        </p:blipFill>
        <p:spPr>
          <a:xfrm>
            <a:off x="0" y="-125"/>
            <a:ext cx="6696900" cy="5143500"/>
          </a:xfrm>
          <a:prstGeom prst="snip1Rect">
            <a:avLst>
              <a:gd fmla="val 16667" name="adj"/>
            </a:avLst>
          </a:prstGeom>
          <a:noFill/>
          <a:ln>
            <a:noFill/>
          </a:ln>
        </p:spPr>
      </p:pic>
      <p:sp>
        <p:nvSpPr>
          <p:cNvPr id="104" name="Google Shape;104;p12"/>
          <p:cNvSpPr txBox="1"/>
          <p:nvPr>
            <p:ph type="title"/>
          </p:nvPr>
        </p:nvSpPr>
        <p:spPr>
          <a:xfrm>
            <a:off x="705550" y="39343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05" name="Google Shape;105;p12"/>
          <p:cNvSpPr txBox="1"/>
          <p:nvPr>
            <p:ph idx="2" type="title"/>
          </p:nvPr>
        </p:nvSpPr>
        <p:spPr>
          <a:xfrm>
            <a:off x="705550" y="26352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06" name="Google Shape;106;p12"/>
          <p:cNvSpPr txBox="1"/>
          <p:nvPr>
            <p:ph idx="3" type="title"/>
          </p:nvPr>
        </p:nvSpPr>
        <p:spPr>
          <a:xfrm>
            <a:off x="3461750" y="39343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07" name="Google Shape;107;p12"/>
          <p:cNvSpPr txBox="1"/>
          <p:nvPr>
            <p:ph idx="4" type="title"/>
          </p:nvPr>
        </p:nvSpPr>
        <p:spPr>
          <a:xfrm>
            <a:off x="3461750" y="26352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08" name="Google Shape;108;p12"/>
          <p:cNvSpPr txBox="1"/>
          <p:nvPr>
            <p:ph idx="5" type="title"/>
          </p:nvPr>
        </p:nvSpPr>
        <p:spPr>
          <a:xfrm>
            <a:off x="6219150" y="39343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09" name="Google Shape;109;p12"/>
          <p:cNvSpPr txBox="1"/>
          <p:nvPr>
            <p:ph idx="6" type="title"/>
          </p:nvPr>
        </p:nvSpPr>
        <p:spPr>
          <a:xfrm>
            <a:off x="6219150" y="26352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10" name="Google Shape;110;p12"/>
          <p:cNvSpPr txBox="1"/>
          <p:nvPr>
            <p:ph idx="7" type="title"/>
          </p:nvPr>
        </p:nvSpPr>
        <p:spPr>
          <a:xfrm>
            <a:off x="430209" y="907725"/>
            <a:ext cx="6815400" cy="1038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700"/>
              <a:buNone/>
              <a:defRPr sz="3700">
                <a:solidFill>
                  <a:schemeClr val="accent6"/>
                </a:solidFill>
              </a:defRPr>
            </a:lvl1pPr>
            <a:lvl2pPr lvl="1">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2pPr>
            <a:lvl3pPr lvl="2">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3pPr>
            <a:lvl4pPr lvl="3">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4pPr>
            <a:lvl5pPr lvl="4">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5pPr>
            <a:lvl6pPr lvl="5">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6pPr>
            <a:lvl7pPr lvl="6">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7pPr>
            <a:lvl8pPr lvl="7">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8pPr>
            <a:lvl9pPr lvl="8">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9 ">
  <p:cSld name="BLANK_1_1_1_1_1_1_1_1_1_1_1_1_1_1_1_1_1_1_1">
    <p:spTree>
      <p:nvGrpSpPr>
        <p:cNvPr id="111" name="Shape 111"/>
        <p:cNvGrpSpPr/>
        <p:nvPr/>
      </p:nvGrpSpPr>
      <p:grpSpPr>
        <a:xfrm>
          <a:off x="0" y="0"/>
          <a:ext cx="0" cy="0"/>
          <a:chOff x="0" y="0"/>
          <a:chExt cx="0" cy="0"/>
        </a:xfrm>
      </p:grpSpPr>
      <p:sp>
        <p:nvSpPr>
          <p:cNvPr id="112" name="Google Shape;112;p13"/>
          <p:cNvSpPr/>
          <p:nvPr/>
        </p:nvSpPr>
        <p:spPr>
          <a:xfrm>
            <a:off x="3400700" y="0"/>
            <a:ext cx="5742900" cy="1427100"/>
          </a:xfrm>
          <a:prstGeom prst="snip1Rect">
            <a:avLst>
              <a:gd fmla="val 27405"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3" name="Google Shape;113;p13"/>
          <p:cNvSpPr txBox="1"/>
          <p:nvPr>
            <p:ph idx="1" type="subTitle"/>
          </p:nvPr>
        </p:nvSpPr>
        <p:spPr>
          <a:xfrm>
            <a:off x="3718425" y="402000"/>
            <a:ext cx="1459500" cy="1251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400"/>
              <a:buFont typeface="Quantico"/>
              <a:buNone/>
              <a:defRPr sz="1400">
                <a:solidFill>
                  <a:schemeClr val="accent6"/>
                </a:solidFill>
                <a:latin typeface="Quantico"/>
                <a:ea typeface="Quantico"/>
                <a:cs typeface="Quantico"/>
                <a:sym typeface="Quantico"/>
              </a:defRPr>
            </a:lvl9pPr>
          </a:lstStyle>
          <a:p/>
        </p:txBody>
      </p:sp>
      <p:sp>
        <p:nvSpPr>
          <p:cNvPr id="114" name="Google Shape;114;p13"/>
          <p:cNvSpPr/>
          <p:nvPr/>
        </p:nvSpPr>
        <p:spPr>
          <a:xfrm>
            <a:off x="3400700" y="1427100"/>
            <a:ext cx="5742900" cy="1790400"/>
          </a:xfrm>
          <a:prstGeom prst="snip1Rect">
            <a:avLst>
              <a:gd fmla="val 2378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5" name="Google Shape;115;p13"/>
          <p:cNvSpPr/>
          <p:nvPr/>
        </p:nvSpPr>
        <p:spPr>
          <a:xfrm>
            <a:off x="3400700" y="3217500"/>
            <a:ext cx="5742900" cy="1924500"/>
          </a:xfrm>
          <a:prstGeom prst="snip1Rect">
            <a:avLst>
              <a:gd fmla="val 22192"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6" name="Google Shape;116;p13"/>
          <p:cNvSpPr txBox="1"/>
          <p:nvPr>
            <p:ph idx="2" type="subTitle"/>
          </p:nvPr>
        </p:nvSpPr>
        <p:spPr>
          <a:xfrm>
            <a:off x="4249525" y="402000"/>
            <a:ext cx="4315800" cy="7455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6"/>
              </a:buClr>
              <a:buSzPts val="1000"/>
              <a:buFont typeface="Lato"/>
              <a:buNone/>
              <a:defRPr>
                <a:solidFill>
                  <a:schemeClr val="accent6"/>
                </a:solidFill>
              </a:defRPr>
            </a:lvl1pPr>
            <a:lvl2pPr lvl="1">
              <a:lnSpc>
                <a:spcPct val="115000"/>
              </a:lnSpc>
              <a:spcBef>
                <a:spcPts val="1000"/>
              </a:spcBef>
              <a:spcAft>
                <a:spcPts val="0"/>
              </a:spcAft>
              <a:buClr>
                <a:schemeClr val="accent6"/>
              </a:buClr>
              <a:buSzPts val="1000"/>
              <a:buFont typeface="Lato"/>
              <a:buNone/>
              <a:defRPr>
                <a:solidFill>
                  <a:schemeClr val="accent6"/>
                </a:solidFill>
              </a:defRPr>
            </a:lvl2pPr>
            <a:lvl3pPr lvl="2">
              <a:lnSpc>
                <a:spcPct val="115000"/>
              </a:lnSpc>
              <a:spcBef>
                <a:spcPts val="1000"/>
              </a:spcBef>
              <a:spcAft>
                <a:spcPts val="0"/>
              </a:spcAft>
              <a:buClr>
                <a:schemeClr val="accent6"/>
              </a:buClr>
              <a:buSzPts val="1000"/>
              <a:buFont typeface="Lato"/>
              <a:buNone/>
              <a:defRPr>
                <a:solidFill>
                  <a:schemeClr val="accent6"/>
                </a:solidFill>
              </a:defRPr>
            </a:lvl3pPr>
            <a:lvl4pPr lvl="3">
              <a:lnSpc>
                <a:spcPct val="115000"/>
              </a:lnSpc>
              <a:spcBef>
                <a:spcPts val="1000"/>
              </a:spcBef>
              <a:spcAft>
                <a:spcPts val="0"/>
              </a:spcAft>
              <a:buClr>
                <a:schemeClr val="accent6"/>
              </a:buClr>
              <a:buSzPts val="1000"/>
              <a:buFont typeface="Lato"/>
              <a:buNone/>
              <a:defRPr>
                <a:solidFill>
                  <a:schemeClr val="accent6"/>
                </a:solidFill>
              </a:defRPr>
            </a:lvl4pPr>
            <a:lvl5pPr lvl="4">
              <a:lnSpc>
                <a:spcPct val="115000"/>
              </a:lnSpc>
              <a:spcBef>
                <a:spcPts val="1000"/>
              </a:spcBef>
              <a:spcAft>
                <a:spcPts val="0"/>
              </a:spcAft>
              <a:buClr>
                <a:schemeClr val="accent6"/>
              </a:buClr>
              <a:buSzPts val="1000"/>
              <a:buFont typeface="Lato"/>
              <a:buNone/>
              <a:defRPr>
                <a:solidFill>
                  <a:schemeClr val="accent6"/>
                </a:solidFill>
              </a:defRPr>
            </a:lvl5pPr>
            <a:lvl6pPr lvl="5">
              <a:lnSpc>
                <a:spcPct val="115000"/>
              </a:lnSpc>
              <a:spcBef>
                <a:spcPts val="1000"/>
              </a:spcBef>
              <a:spcAft>
                <a:spcPts val="0"/>
              </a:spcAft>
              <a:buClr>
                <a:schemeClr val="accent6"/>
              </a:buClr>
              <a:buSzPts val="1000"/>
              <a:buFont typeface="Lato"/>
              <a:buNone/>
              <a:defRPr>
                <a:solidFill>
                  <a:schemeClr val="accent6"/>
                </a:solidFill>
              </a:defRPr>
            </a:lvl6pPr>
            <a:lvl7pPr lvl="6">
              <a:lnSpc>
                <a:spcPct val="115000"/>
              </a:lnSpc>
              <a:spcBef>
                <a:spcPts val="1000"/>
              </a:spcBef>
              <a:spcAft>
                <a:spcPts val="0"/>
              </a:spcAft>
              <a:buClr>
                <a:schemeClr val="accent6"/>
              </a:buClr>
              <a:buSzPts val="1000"/>
              <a:buFont typeface="Lato"/>
              <a:buNone/>
              <a:defRPr>
                <a:solidFill>
                  <a:schemeClr val="accent6"/>
                </a:solidFill>
              </a:defRPr>
            </a:lvl7pPr>
            <a:lvl8pPr lvl="7">
              <a:lnSpc>
                <a:spcPct val="115000"/>
              </a:lnSpc>
              <a:spcBef>
                <a:spcPts val="1000"/>
              </a:spcBef>
              <a:spcAft>
                <a:spcPts val="0"/>
              </a:spcAft>
              <a:buClr>
                <a:schemeClr val="accent6"/>
              </a:buClr>
              <a:buSzPts val="1000"/>
              <a:buFont typeface="Lato"/>
              <a:buNone/>
              <a:defRPr>
                <a:solidFill>
                  <a:schemeClr val="accent6"/>
                </a:solidFill>
              </a:defRPr>
            </a:lvl8pPr>
            <a:lvl9pPr lvl="8">
              <a:lnSpc>
                <a:spcPct val="115000"/>
              </a:lnSpc>
              <a:spcBef>
                <a:spcPts val="1000"/>
              </a:spcBef>
              <a:spcAft>
                <a:spcPts val="1000"/>
              </a:spcAft>
              <a:buClr>
                <a:schemeClr val="accent6"/>
              </a:buClr>
              <a:buSzPts val="1000"/>
              <a:buFont typeface="Lato"/>
              <a:buNone/>
              <a:defRPr>
                <a:solidFill>
                  <a:schemeClr val="accent6"/>
                </a:solidFill>
              </a:defRPr>
            </a:lvl9pPr>
          </a:lstStyle>
          <a:p/>
        </p:txBody>
      </p:sp>
      <p:sp>
        <p:nvSpPr>
          <p:cNvPr id="117" name="Google Shape;117;p13"/>
          <p:cNvSpPr txBox="1"/>
          <p:nvPr>
            <p:ph idx="3" type="subTitle"/>
          </p:nvPr>
        </p:nvSpPr>
        <p:spPr>
          <a:xfrm>
            <a:off x="3718425" y="1696338"/>
            <a:ext cx="1459500" cy="1251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400"/>
              <a:buFont typeface="Quantico"/>
              <a:buNone/>
              <a:defRPr sz="1400">
                <a:solidFill>
                  <a:schemeClr val="accent6"/>
                </a:solidFill>
                <a:latin typeface="Quantico"/>
                <a:ea typeface="Quantico"/>
                <a:cs typeface="Quantico"/>
                <a:sym typeface="Quantico"/>
              </a:defRPr>
            </a:lvl9pPr>
          </a:lstStyle>
          <a:p/>
        </p:txBody>
      </p:sp>
      <p:sp>
        <p:nvSpPr>
          <p:cNvPr id="118" name="Google Shape;118;p13"/>
          <p:cNvSpPr txBox="1"/>
          <p:nvPr>
            <p:ph idx="4" type="subTitle"/>
          </p:nvPr>
        </p:nvSpPr>
        <p:spPr>
          <a:xfrm>
            <a:off x="4249525" y="1696338"/>
            <a:ext cx="1868400" cy="1251900"/>
          </a:xfrm>
          <a:prstGeom prst="rect">
            <a:avLst/>
          </a:prstGeom>
        </p:spPr>
        <p:txBody>
          <a:bodyPr anchorCtr="0" anchor="t" bIns="0" lIns="0" spcFirstLastPara="1" rIns="91425" wrap="square" tIns="0">
            <a:noAutofit/>
          </a:bodyPr>
          <a:lstStyle>
            <a:lvl1pPr lvl="0">
              <a:lnSpc>
                <a:spcPct val="130000"/>
              </a:lnSpc>
              <a:spcBef>
                <a:spcPts val="0"/>
              </a:spcBef>
              <a:spcAft>
                <a:spcPts val="0"/>
              </a:spcAft>
              <a:buClr>
                <a:schemeClr val="accent6"/>
              </a:buClr>
              <a:buSzPts val="1000"/>
              <a:buFont typeface="Lato"/>
              <a:buNone/>
              <a:defRPr>
                <a:solidFill>
                  <a:schemeClr val="accent6"/>
                </a:solidFill>
              </a:defRPr>
            </a:lvl1pPr>
            <a:lvl2pPr lvl="1">
              <a:lnSpc>
                <a:spcPct val="130000"/>
              </a:lnSpc>
              <a:spcBef>
                <a:spcPts val="0"/>
              </a:spcBef>
              <a:spcAft>
                <a:spcPts val="0"/>
              </a:spcAft>
              <a:buClr>
                <a:schemeClr val="accent6"/>
              </a:buClr>
              <a:buSzPts val="1000"/>
              <a:buFont typeface="Lato"/>
              <a:buNone/>
              <a:defRPr>
                <a:solidFill>
                  <a:schemeClr val="accent6"/>
                </a:solidFill>
              </a:defRPr>
            </a:lvl2pPr>
            <a:lvl3pPr lvl="2">
              <a:lnSpc>
                <a:spcPct val="130000"/>
              </a:lnSpc>
              <a:spcBef>
                <a:spcPts val="0"/>
              </a:spcBef>
              <a:spcAft>
                <a:spcPts val="0"/>
              </a:spcAft>
              <a:buClr>
                <a:schemeClr val="accent6"/>
              </a:buClr>
              <a:buSzPts val="1000"/>
              <a:buFont typeface="Lato"/>
              <a:buNone/>
              <a:defRPr>
                <a:solidFill>
                  <a:schemeClr val="accent6"/>
                </a:solidFill>
              </a:defRPr>
            </a:lvl3pPr>
            <a:lvl4pPr lvl="3">
              <a:lnSpc>
                <a:spcPct val="130000"/>
              </a:lnSpc>
              <a:spcBef>
                <a:spcPts val="0"/>
              </a:spcBef>
              <a:spcAft>
                <a:spcPts val="0"/>
              </a:spcAft>
              <a:buClr>
                <a:schemeClr val="accent6"/>
              </a:buClr>
              <a:buSzPts val="1000"/>
              <a:buFont typeface="Lato"/>
              <a:buNone/>
              <a:defRPr>
                <a:solidFill>
                  <a:schemeClr val="accent6"/>
                </a:solidFill>
              </a:defRPr>
            </a:lvl4pPr>
            <a:lvl5pPr lvl="4">
              <a:lnSpc>
                <a:spcPct val="130000"/>
              </a:lnSpc>
              <a:spcBef>
                <a:spcPts val="0"/>
              </a:spcBef>
              <a:spcAft>
                <a:spcPts val="0"/>
              </a:spcAft>
              <a:buClr>
                <a:schemeClr val="accent6"/>
              </a:buClr>
              <a:buSzPts val="1000"/>
              <a:buFont typeface="Lato"/>
              <a:buNone/>
              <a:defRPr>
                <a:solidFill>
                  <a:schemeClr val="accent6"/>
                </a:solidFill>
              </a:defRPr>
            </a:lvl5pPr>
            <a:lvl6pPr lvl="5">
              <a:lnSpc>
                <a:spcPct val="130000"/>
              </a:lnSpc>
              <a:spcBef>
                <a:spcPts val="0"/>
              </a:spcBef>
              <a:spcAft>
                <a:spcPts val="0"/>
              </a:spcAft>
              <a:buClr>
                <a:schemeClr val="accent6"/>
              </a:buClr>
              <a:buSzPts val="1000"/>
              <a:buFont typeface="Lato"/>
              <a:buNone/>
              <a:defRPr>
                <a:solidFill>
                  <a:schemeClr val="accent6"/>
                </a:solidFill>
              </a:defRPr>
            </a:lvl6pPr>
            <a:lvl7pPr lvl="6">
              <a:lnSpc>
                <a:spcPct val="130000"/>
              </a:lnSpc>
              <a:spcBef>
                <a:spcPts val="0"/>
              </a:spcBef>
              <a:spcAft>
                <a:spcPts val="0"/>
              </a:spcAft>
              <a:buClr>
                <a:schemeClr val="accent6"/>
              </a:buClr>
              <a:buSzPts val="1000"/>
              <a:buFont typeface="Lato"/>
              <a:buNone/>
              <a:defRPr>
                <a:solidFill>
                  <a:schemeClr val="accent6"/>
                </a:solidFill>
              </a:defRPr>
            </a:lvl7pPr>
            <a:lvl8pPr lvl="7">
              <a:lnSpc>
                <a:spcPct val="130000"/>
              </a:lnSpc>
              <a:spcBef>
                <a:spcPts val="0"/>
              </a:spcBef>
              <a:spcAft>
                <a:spcPts val="0"/>
              </a:spcAft>
              <a:buClr>
                <a:schemeClr val="accent6"/>
              </a:buClr>
              <a:buSzPts val="1000"/>
              <a:buFont typeface="Lato"/>
              <a:buNone/>
              <a:defRPr>
                <a:solidFill>
                  <a:schemeClr val="accent6"/>
                </a:solidFill>
              </a:defRPr>
            </a:lvl8pPr>
            <a:lvl9pPr lvl="8">
              <a:lnSpc>
                <a:spcPct val="130000"/>
              </a:lnSpc>
              <a:spcBef>
                <a:spcPts val="0"/>
              </a:spcBef>
              <a:spcAft>
                <a:spcPts val="0"/>
              </a:spcAft>
              <a:buClr>
                <a:schemeClr val="accent6"/>
              </a:buClr>
              <a:buSzPts val="1000"/>
              <a:buFont typeface="Lato"/>
              <a:buNone/>
              <a:defRPr>
                <a:solidFill>
                  <a:schemeClr val="accent6"/>
                </a:solidFill>
              </a:defRPr>
            </a:lvl9pPr>
          </a:lstStyle>
          <a:p/>
        </p:txBody>
      </p:sp>
      <p:sp>
        <p:nvSpPr>
          <p:cNvPr id="119" name="Google Shape;119;p13"/>
          <p:cNvSpPr txBox="1"/>
          <p:nvPr>
            <p:ph type="title"/>
          </p:nvPr>
        </p:nvSpPr>
        <p:spPr>
          <a:xfrm>
            <a:off x="556500" y="531900"/>
            <a:ext cx="2714700" cy="10392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lnSpc>
                <a:spcPct val="90000"/>
              </a:lnSpc>
              <a:spcBef>
                <a:spcPts val="0"/>
              </a:spcBef>
              <a:spcAft>
                <a:spcPts val="0"/>
              </a:spcAft>
              <a:buClr>
                <a:schemeClr val="dk1"/>
              </a:buClr>
              <a:buSzPts val="3000"/>
              <a:buNone/>
              <a:defRPr sz="2400">
                <a:latin typeface="Quantico"/>
                <a:ea typeface="Quantico"/>
                <a:cs typeface="Quantico"/>
                <a:sym typeface="Quantico"/>
              </a:defRPr>
            </a:lvl2pPr>
            <a:lvl3pPr lvl="2">
              <a:lnSpc>
                <a:spcPct val="90000"/>
              </a:lnSpc>
              <a:spcBef>
                <a:spcPts val="0"/>
              </a:spcBef>
              <a:spcAft>
                <a:spcPts val="0"/>
              </a:spcAft>
              <a:buClr>
                <a:schemeClr val="dk1"/>
              </a:buClr>
              <a:buSzPts val="3000"/>
              <a:buNone/>
              <a:defRPr sz="2400">
                <a:latin typeface="Quantico"/>
                <a:ea typeface="Quantico"/>
                <a:cs typeface="Quantico"/>
                <a:sym typeface="Quantico"/>
              </a:defRPr>
            </a:lvl3pPr>
            <a:lvl4pPr lvl="3">
              <a:lnSpc>
                <a:spcPct val="90000"/>
              </a:lnSpc>
              <a:spcBef>
                <a:spcPts val="0"/>
              </a:spcBef>
              <a:spcAft>
                <a:spcPts val="0"/>
              </a:spcAft>
              <a:buClr>
                <a:schemeClr val="dk1"/>
              </a:buClr>
              <a:buSzPts val="3000"/>
              <a:buNone/>
              <a:defRPr sz="2400">
                <a:latin typeface="Quantico"/>
                <a:ea typeface="Quantico"/>
                <a:cs typeface="Quantico"/>
                <a:sym typeface="Quantico"/>
              </a:defRPr>
            </a:lvl4pPr>
            <a:lvl5pPr lvl="4">
              <a:lnSpc>
                <a:spcPct val="90000"/>
              </a:lnSpc>
              <a:spcBef>
                <a:spcPts val="0"/>
              </a:spcBef>
              <a:spcAft>
                <a:spcPts val="0"/>
              </a:spcAft>
              <a:buClr>
                <a:schemeClr val="dk1"/>
              </a:buClr>
              <a:buSzPts val="3000"/>
              <a:buNone/>
              <a:defRPr sz="2400">
                <a:latin typeface="Quantico"/>
                <a:ea typeface="Quantico"/>
                <a:cs typeface="Quantico"/>
                <a:sym typeface="Quantico"/>
              </a:defRPr>
            </a:lvl5pPr>
            <a:lvl6pPr lvl="5">
              <a:lnSpc>
                <a:spcPct val="90000"/>
              </a:lnSpc>
              <a:spcBef>
                <a:spcPts val="0"/>
              </a:spcBef>
              <a:spcAft>
                <a:spcPts val="0"/>
              </a:spcAft>
              <a:buClr>
                <a:schemeClr val="dk1"/>
              </a:buClr>
              <a:buSzPts val="3000"/>
              <a:buNone/>
              <a:defRPr sz="2400">
                <a:latin typeface="Quantico"/>
                <a:ea typeface="Quantico"/>
                <a:cs typeface="Quantico"/>
                <a:sym typeface="Quantico"/>
              </a:defRPr>
            </a:lvl6pPr>
            <a:lvl7pPr lvl="6">
              <a:lnSpc>
                <a:spcPct val="90000"/>
              </a:lnSpc>
              <a:spcBef>
                <a:spcPts val="0"/>
              </a:spcBef>
              <a:spcAft>
                <a:spcPts val="0"/>
              </a:spcAft>
              <a:buClr>
                <a:schemeClr val="dk1"/>
              </a:buClr>
              <a:buSzPts val="3000"/>
              <a:buNone/>
              <a:defRPr sz="2400">
                <a:latin typeface="Quantico"/>
                <a:ea typeface="Quantico"/>
                <a:cs typeface="Quantico"/>
                <a:sym typeface="Quantico"/>
              </a:defRPr>
            </a:lvl7pPr>
            <a:lvl8pPr lvl="7">
              <a:lnSpc>
                <a:spcPct val="90000"/>
              </a:lnSpc>
              <a:spcBef>
                <a:spcPts val="0"/>
              </a:spcBef>
              <a:spcAft>
                <a:spcPts val="0"/>
              </a:spcAft>
              <a:buClr>
                <a:schemeClr val="dk1"/>
              </a:buClr>
              <a:buSzPts val="3000"/>
              <a:buNone/>
              <a:defRPr sz="2400">
                <a:latin typeface="Quantico"/>
                <a:ea typeface="Quantico"/>
                <a:cs typeface="Quantico"/>
                <a:sym typeface="Quantico"/>
              </a:defRPr>
            </a:lvl8pPr>
            <a:lvl9pPr lvl="8">
              <a:lnSpc>
                <a:spcPct val="90000"/>
              </a:lnSpc>
              <a:spcBef>
                <a:spcPts val="0"/>
              </a:spcBef>
              <a:spcAft>
                <a:spcPts val="0"/>
              </a:spcAft>
              <a:buClr>
                <a:schemeClr val="dk1"/>
              </a:buClr>
              <a:buSzPts val="3000"/>
              <a:buNone/>
              <a:defRPr sz="2400">
                <a:latin typeface="Quantico"/>
                <a:ea typeface="Quantico"/>
                <a:cs typeface="Quantico"/>
                <a:sym typeface="Quantico"/>
              </a:defRPr>
            </a:lvl9pPr>
          </a:lstStyle>
          <a:p/>
        </p:txBody>
      </p:sp>
      <p:sp>
        <p:nvSpPr>
          <p:cNvPr id="120" name="Google Shape;120;p13"/>
          <p:cNvSpPr/>
          <p:nvPr>
            <p:ph idx="5" type="pic"/>
          </p:nvPr>
        </p:nvSpPr>
        <p:spPr>
          <a:xfrm>
            <a:off x="75" y="2673275"/>
            <a:ext cx="3400800" cy="2471400"/>
          </a:xfrm>
          <a:prstGeom prst="snip1Rect">
            <a:avLst>
              <a:gd fmla="val 21231" name="adj"/>
            </a:avLst>
          </a:prstGeom>
          <a:noFill/>
          <a:ln>
            <a:noFill/>
          </a:ln>
        </p:spPr>
      </p:sp>
      <p:sp>
        <p:nvSpPr>
          <p:cNvPr id="121" name="Google Shape;121;p13"/>
          <p:cNvSpPr txBox="1"/>
          <p:nvPr>
            <p:ph idx="6" type="subTitle"/>
          </p:nvPr>
        </p:nvSpPr>
        <p:spPr>
          <a:xfrm>
            <a:off x="582450" y="1733025"/>
            <a:ext cx="2400600" cy="7455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dk1"/>
              </a:buClr>
              <a:buSzPts val="1000"/>
              <a:buFont typeface="Lato"/>
              <a:buNone/>
              <a:defRPr>
                <a:solidFill>
                  <a:schemeClr val="dk1"/>
                </a:solidFill>
              </a:defRPr>
            </a:lvl1pPr>
            <a:lvl2pPr lvl="1">
              <a:lnSpc>
                <a:spcPct val="115000"/>
              </a:lnSpc>
              <a:spcBef>
                <a:spcPts val="1000"/>
              </a:spcBef>
              <a:spcAft>
                <a:spcPts val="0"/>
              </a:spcAft>
              <a:buClr>
                <a:schemeClr val="dk1"/>
              </a:buClr>
              <a:buSzPts val="1000"/>
              <a:buFont typeface="Lato"/>
              <a:buNone/>
              <a:defRPr>
                <a:solidFill>
                  <a:schemeClr val="dk1"/>
                </a:solidFill>
              </a:defRPr>
            </a:lvl2pPr>
            <a:lvl3pPr lvl="2">
              <a:lnSpc>
                <a:spcPct val="115000"/>
              </a:lnSpc>
              <a:spcBef>
                <a:spcPts val="1000"/>
              </a:spcBef>
              <a:spcAft>
                <a:spcPts val="0"/>
              </a:spcAft>
              <a:buClr>
                <a:schemeClr val="dk1"/>
              </a:buClr>
              <a:buSzPts val="1000"/>
              <a:buFont typeface="Lato"/>
              <a:buNone/>
              <a:defRPr>
                <a:solidFill>
                  <a:schemeClr val="dk1"/>
                </a:solidFill>
              </a:defRPr>
            </a:lvl3pPr>
            <a:lvl4pPr lvl="3">
              <a:lnSpc>
                <a:spcPct val="115000"/>
              </a:lnSpc>
              <a:spcBef>
                <a:spcPts val="1000"/>
              </a:spcBef>
              <a:spcAft>
                <a:spcPts val="0"/>
              </a:spcAft>
              <a:buClr>
                <a:schemeClr val="dk1"/>
              </a:buClr>
              <a:buSzPts val="1000"/>
              <a:buFont typeface="Lato"/>
              <a:buNone/>
              <a:defRPr>
                <a:solidFill>
                  <a:schemeClr val="dk1"/>
                </a:solidFill>
              </a:defRPr>
            </a:lvl4pPr>
            <a:lvl5pPr lvl="4">
              <a:lnSpc>
                <a:spcPct val="115000"/>
              </a:lnSpc>
              <a:spcBef>
                <a:spcPts val="1000"/>
              </a:spcBef>
              <a:spcAft>
                <a:spcPts val="0"/>
              </a:spcAft>
              <a:buClr>
                <a:schemeClr val="dk1"/>
              </a:buClr>
              <a:buSzPts val="1000"/>
              <a:buFont typeface="Lato"/>
              <a:buNone/>
              <a:defRPr>
                <a:solidFill>
                  <a:schemeClr val="dk1"/>
                </a:solidFill>
              </a:defRPr>
            </a:lvl5pPr>
            <a:lvl6pPr lvl="5">
              <a:lnSpc>
                <a:spcPct val="115000"/>
              </a:lnSpc>
              <a:spcBef>
                <a:spcPts val="1000"/>
              </a:spcBef>
              <a:spcAft>
                <a:spcPts val="0"/>
              </a:spcAft>
              <a:buClr>
                <a:schemeClr val="dk1"/>
              </a:buClr>
              <a:buSzPts val="1000"/>
              <a:buFont typeface="Lato"/>
              <a:buNone/>
              <a:defRPr>
                <a:solidFill>
                  <a:schemeClr val="dk1"/>
                </a:solidFill>
              </a:defRPr>
            </a:lvl6pPr>
            <a:lvl7pPr lvl="6">
              <a:lnSpc>
                <a:spcPct val="115000"/>
              </a:lnSpc>
              <a:spcBef>
                <a:spcPts val="1000"/>
              </a:spcBef>
              <a:spcAft>
                <a:spcPts val="0"/>
              </a:spcAft>
              <a:buClr>
                <a:schemeClr val="dk1"/>
              </a:buClr>
              <a:buSzPts val="1000"/>
              <a:buFont typeface="Lato"/>
              <a:buNone/>
              <a:defRPr>
                <a:solidFill>
                  <a:schemeClr val="dk1"/>
                </a:solidFill>
              </a:defRPr>
            </a:lvl7pPr>
            <a:lvl8pPr lvl="7">
              <a:lnSpc>
                <a:spcPct val="115000"/>
              </a:lnSpc>
              <a:spcBef>
                <a:spcPts val="1000"/>
              </a:spcBef>
              <a:spcAft>
                <a:spcPts val="0"/>
              </a:spcAft>
              <a:buClr>
                <a:schemeClr val="dk1"/>
              </a:buClr>
              <a:buSzPts val="1000"/>
              <a:buFont typeface="Lato"/>
              <a:buNone/>
              <a:defRPr>
                <a:solidFill>
                  <a:schemeClr val="dk1"/>
                </a:solidFill>
              </a:defRPr>
            </a:lvl8pPr>
            <a:lvl9pPr lvl="8">
              <a:lnSpc>
                <a:spcPct val="115000"/>
              </a:lnSpc>
              <a:spcBef>
                <a:spcPts val="1000"/>
              </a:spcBef>
              <a:spcAft>
                <a:spcPts val="1000"/>
              </a:spcAft>
              <a:buClr>
                <a:schemeClr val="dk1"/>
              </a:buClr>
              <a:buSzPts val="1000"/>
              <a:buFont typeface="Lato"/>
              <a:buNone/>
              <a:defRPr>
                <a:solidFill>
                  <a:schemeClr val="dk1"/>
                </a:solidFill>
              </a:defRPr>
            </a:lvl9pPr>
          </a:lstStyle>
          <a:p/>
        </p:txBody>
      </p:sp>
      <p:sp>
        <p:nvSpPr>
          <p:cNvPr id="122" name="Google Shape;122;p13"/>
          <p:cNvSpPr txBox="1"/>
          <p:nvPr>
            <p:ph idx="7" type="subTitle"/>
          </p:nvPr>
        </p:nvSpPr>
        <p:spPr>
          <a:xfrm>
            <a:off x="3718450" y="3470325"/>
            <a:ext cx="3678300" cy="454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400"/>
              <a:buFont typeface="Quantico"/>
              <a:buNone/>
              <a:defRPr sz="1400">
                <a:solidFill>
                  <a:schemeClr val="accent6"/>
                </a:solidFill>
                <a:latin typeface="Quantico"/>
                <a:ea typeface="Quantico"/>
                <a:cs typeface="Quantico"/>
                <a:sym typeface="Quantico"/>
              </a:defRPr>
            </a:lvl9pPr>
          </a:lstStyle>
          <a:p/>
        </p:txBody>
      </p:sp>
      <p:sp>
        <p:nvSpPr>
          <p:cNvPr id="123" name="Google Shape;123;p13"/>
          <p:cNvSpPr txBox="1"/>
          <p:nvPr>
            <p:ph idx="8" type="subTitle"/>
          </p:nvPr>
        </p:nvSpPr>
        <p:spPr>
          <a:xfrm>
            <a:off x="3724200" y="3884675"/>
            <a:ext cx="5063100" cy="1039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
        <p:nvSpPr>
          <p:cNvPr id="124" name="Google Shape;124;p13"/>
          <p:cNvSpPr txBox="1"/>
          <p:nvPr>
            <p:ph idx="9" type="subTitle"/>
          </p:nvPr>
        </p:nvSpPr>
        <p:spPr>
          <a:xfrm>
            <a:off x="5999175" y="1696338"/>
            <a:ext cx="2787300" cy="1251900"/>
          </a:xfrm>
          <a:prstGeom prst="rect">
            <a:avLst/>
          </a:prstGeom>
        </p:spPr>
        <p:txBody>
          <a:bodyPr anchorCtr="0" anchor="t" bIns="0" lIns="0" spcFirstLastPara="1" rIns="91425" wrap="square" tIns="0">
            <a:noAutofit/>
          </a:bodyPr>
          <a:lstStyle>
            <a:lvl1pPr lvl="0">
              <a:lnSpc>
                <a:spcPct val="130000"/>
              </a:lnSpc>
              <a:spcBef>
                <a:spcPts val="0"/>
              </a:spcBef>
              <a:spcAft>
                <a:spcPts val="0"/>
              </a:spcAft>
              <a:buClr>
                <a:schemeClr val="accent6"/>
              </a:buClr>
              <a:buSzPts val="1000"/>
              <a:buFont typeface="Lato"/>
              <a:buNone/>
              <a:defRPr>
                <a:solidFill>
                  <a:schemeClr val="accent6"/>
                </a:solidFill>
              </a:defRPr>
            </a:lvl1pPr>
            <a:lvl2pPr lvl="1">
              <a:lnSpc>
                <a:spcPct val="130000"/>
              </a:lnSpc>
              <a:spcBef>
                <a:spcPts val="0"/>
              </a:spcBef>
              <a:spcAft>
                <a:spcPts val="0"/>
              </a:spcAft>
              <a:buClr>
                <a:schemeClr val="accent6"/>
              </a:buClr>
              <a:buSzPts val="1000"/>
              <a:buFont typeface="Lato"/>
              <a:buNone/>
              <a:defRPr>
                <a:solidFill>
                  <a:schemeClr val="accent6"/>
                </a:solidFill>
              </a:defRPr>
            </a:lvl2pPr>
            <a:lvl3pPr lvl="2">
              <a:lnSpc>
                <a:spcPct val="130000"/>
              </a:lnSpc>
              <a:spcBef>
                <a:spcPts val="0"/>
              </a:spcBef>
              <a:spcAft>
                <a:spcPts val="0"/>
              </a:spcAft>
              <a:buClr>
                <a:schemeClr val="accent6"/>
              </a:buClr>
              <a:buSzPts val="1000"/>
              <a:buFont typeface="Lato"/>
              <a:buNone/>
              <a:defRPr>
                <a:solidFill>
                  <a:schemeClr val="accent6"/>
                </a:solidFill>
              </a:defRPr>
            </a:lvl3pPr>
            <a:lvl4pPr lvl="3">
              <a:lnSpc>
                <a:spcPct val="130000"/>
              </a:lnSpc>
              <a:spcBef>
                <a:spcPts val="0"/>
              </a:spcBef>
              <a:spcAft>
                <a:spcPts val="0"/>
              </a:spcAft>
              <a:buClr>
                <a:schemeClr val="accent6"/>
              </a:buClr>
              <a:buSzPts val="1000"/>
              <a:buFont typeface="Lato"/>
              <a:buNone/>
              <a:defRPr>
                <a:solidFill>
                  <a:schemeClr val="accent6"/>
                </a:solidFill>
              </a:defRPr>
            </a:lvl4pPr>
            <a:lvl5pPr lvl="4">
              <a:lnSpc>
                <a:spcPct val="130000"/>
              </a:lnSpc>
              <a:spcBef>
                <a:spcPts val="0"/>
              </a:spcBef>
              <a:spcAft>
                <a:spcPts val="0"/>
              </a:spcAft>
              <a:buClr>
                <a:schemeClr val="accent6"/>
              </a:buClr>
              <a:buSzPts val="1000"/>
              <a:buFont typeface="Lato"/>
              <a:buNone/>
              <a:defRPr>
                <a:solidFill>
                  <a:schemeClr val="accent6"/>
                </a:solidFill>
              </a:defRPr>
            </a:lvl5pPr>
            <a:lvl6pPr lvl="5">
              <a:lnSpc>
                <a:spcPct val="130000"/>
              </a:lnSpc>
              <a:spcBef>
                <a:spcPts val="0"/>
              </a:spcBef>
              <a:spcAft>
                <a:spcPts val="0"/>
              </a:spcAft>
              <a:buClr>
                <a:schemeClr val="accent6"/>
              </a:buClr>
              <a:buSzPts val="1000"/>
              <a:buFont typeface="Lato"/>
              <a:buNone/>
              <a:defRPr>
                <a:solidFill>
                  <a:schemeClr val="accent6"/>
                </a:solidFill>
              </a:defRPr>
            </a:lvl6pPr>
            <a:lvl7pPr lvl="6">
              <a:lnSpc>
                <a:spcPct val="130000"/>
              </a:lnSpc>
              <a:spcBef>
                <a:spcPts val="0"/>
              </a:spcBef>
              <a:spcAft>
                <a:spcPts val="0"/>
              </a:spcAft>
              <a:buClr>
                <a:schemeClr val="accent6"/>
              </a:buClr>
              <a:buSzPts val="1000"/>
              <a:buFont typeface="Lato"/>
              <a:buNone/>
              <a:defRPr>
                <a:solidFill>
                  <a:schemeClr val="accent6"/>
                </a:solidFill>
              </a:defRPr>
            </a:lvl7pPr>
            <a:lvl8pPr lvl="7">
              <a:lnSpc>
                <a:spcPct val="130000"/>
              </a:lnSpc>
              <a:spcBef>
                <a:spcPts val="0"/>
              </a:spcBef>
              <a:spcAft>
                <a:spcPts val="0"/>
              </a:spcAft>
              <a:buClr>
                <a:schemeClr val="accent6"/>
              </a:buClr>
              <a:buSzPts val="1000"/>
              <a:buFont typeface="Lato"/>
              <a:buNone/>
              <a:defRPr>
                <a:solidFill>
                  <a:schemeClr val="accent6"/>
                </a:solidFill>
              </a:defRPr>
            </a:lvl8pPr>
            <a:lvl9pPr lvl="8">
              <a:lnSpc>
                <a:spcPct val="130000"/>
              </a:lnSpc>
              <a:spcBef>
                <a:spcPts val="0"/>
              </a:spcBef>
              <a:spcAft>
                <a:spcPts val="0"/>
              </a:spcAft>
              <a:buClr>
                <a:schemeClr val="accent6"/>
              </a:buClr>
              <a:buSzPts val="1000"/>
              <a:buFont typeface="Lato"/>
              <a:buNone/>
              <a:defRPr>
                <a:solidFill>
                  <a:schemeClr val="accent6"/>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0">
  <p:cSld name="BLANK_1_1_1_1_1_1_1_1_1_1_1_1_1_1_1_1_1_1">
    <p:spTree>
      <p:nvGrpSpPr>
        <p:cNvPr id="125" name="Shape 125"/>
        <p:cNvGrpSpPr/>
        <p:nvPr/>
      </p:nvGrpSpPr>
      <p:grpSpPr>
        <a:xfrm>
          <a:off x="0" y="0"/>
          <a:ext cx="0" cy="0"/>
          <a:chOff x="0" y="0"/>
          <a:chExt cx="0" cy="0"/>
        </a:xfrm>
      </p:grpSpPr>
      <p:sp>
        <p:nvSpPr>
          <p:cNvPr id="126" name="Google Shape;126;p14"/>
          <p:cNvSpPr txBox="1"/>
          <p:nvPr>
            <p:ph type="title"/>
          </p:nvPr>
        </p:nvSpPr>
        <p:spPr>
          <a:xfrm>
            <a:off x="508000" y="466750"/>
            <a:ext cx="3752700" cy="18681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3000"/>
              <a:buNone/>
              <a:defRPr sz="2400">
                <a:solidFill>
                  <a:schemeClr val="lt1"/>
                </a:solidFill>
              </a:defRPr>
            </a:lvl1pPr>
            <a:lvl2pPr lvl="1">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2pPr>
            <a:lvl3pPr lvl="2">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3pPr>
            <a:lvl4pPr lvl="3">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4pPr>
            <a:lvl5pPr lvl="4">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5pPr>
            <a:lvl6pPr lvl="5">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6pPr>
            <a:lvl7pPr lvl="6">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7pPr>
            <a:lvl8pPr lvl="7">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8pPr>
            <a:lvl9pPr lvl="8">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9pPr>
          </a:lstStyle>
          <a:p/>
        </p:txBody>
      </p:sp>
      <p:sp>
        <p:nvSpPr>
          <p:cNvPr id="127" name="Google Shape;127;p14"/>
          <p:cNvSpPr/>
          <p:nvPr>
            <p:ph idx="2" type="pic"/>
          </p:nvPr>
        </p:nvSpPr>
        <p:spPr>
          <a:xfrm>
            <a:off x="75" y="2673275"/>
            <a:ext cx="3014400" cy="2471400"/>
          </a:xfrm>
          <a:prstGeom prst="snip1Rect">
            <a:avLst>
              <a:gd fmla="val 0" name="adj"/>
            </a:avLst>
          </a:prstGeom>
          <a:noFill/>
          <a:ln>
            <a:noFill/>
          </a:ln>
        </p:spPr>
      </p:sp>
      <p:sp>
        <p:nvSpPr>
          <p:cNvPr id="128" name="Google Shape;128;p14"/>
          <p:cNvSpPr/>
          <p:nvPr>
            <p:ph idx="3" type="pic"/>
          </p:nvPr>
        </p:nvSpPr>
        <p:spPr>
          <a:xfrm>
            <a:off x="5341625" y="-3800"/>
            <a:ext cx="3802500" cy="1899300"/>
          </a:xfrm>
          <a:prstGeom prst="snip1Rect">
            <a:avLst>
              <a:gd fmla="val 17337" name="adj"/>
            </a:avLst>
          </a:prstGeom>
          <a:noFill/>
          <a:ln>
            <a:noFill/>
          </a:ln>
        </p:spPr>
      </p:sp>
      <p:sp>
        <p:nvSpPr>
          <p:cNvPr id="129" name="Google Shape;129;p14"/>
          <p:cNvSpPr/>
          <p:nvPr/>
        </p:nvSpPr>
        <p:spPr>
          <a:xfrm>
            <a:off x="5341400" y="1709375"/>
            <a:ext cx="3802500" cy="3435300"/>
          </a:xfrm>
          <a:prstGeom prst="snip1Rect">
            <a:avLst>
              <a:gd fmla="val 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30" name="Google Shape;130;p14"/>
          <p:cNvSpPr/>
          <p:nvPr/>
        </p:nvSpPr>
        <p:spPr>
          <a:xfrm>
            <a:off x="3014300" y="2673275"/>
            <a:ext cx="2327100" cy="2471400"/>
          </a:xfrm>
          <a:prstGeom prst="snip1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31" name="Google Shape;131;p14"/>
          <p:cNvSpPr txBox="1"/>
          <p:nvPr>
            <p:ph idx="1" type="subTitle"/>
          </p:nvPr>
        </p:nvSpPr>
        <p:spPr>
          <a:xfrm>
            <a:off x="3364075" y="3159975"/>
            <a:ext cx="1459500" cy="18681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6"/>
              </a:buClr>
              <a:buSzPts val="1000"/>
              <a:buFont typeface="Lato"/>
              <a:buNone/>
              <a:defRPr>
                <a:solidFill>
                  <a:schemeClr val="accent6"/>
                </a:solidFill>
              </a:defRPr>
            </a:lvl1pPr>
            <a:lvl2pPr lvl="1">
              <a:lnSpc>
                <a:spcPct val="115000"/>
              </a:lnSpc>
              <a:spcBef>
                <a:spcPts val="1000"/>
              </a:spcBef>
              <a:spcAft>
                <a:spcPts val="0"/>
              </a:spcAft>
              <a:buClr>
                <a:schemeClr val="accent6"/>
              </a:buClr>
              <a:buSzPts val="1000"/>
              <a:buFont typeface="Lato"/>
              <a:buNone/>
              <a:defRPr>
                <a:solidFill>
                  <a:schemeClr val="accent6"/>
                </a:solidFill>
              </a:defRPr>
            </a:lvl2pPr>
            <a:lvl3pPr lvl="2">
              <a:lnSpc>
                <a:spcPct val="115000"/>
              </a:lnSpc>
              <a:spcBef>
                <a:spcPts val="1000"/>
              </a:spcBef>
              <a:spcAft>
                <a:spcPts val="0"/>
              </a:spcAft>
              <a:buClr>
                <a:schemeClr val="accent6"/>
              </a:buClr>
              <a:buSzPts val="1000"/>
              <a:buFont typeface="Lato"/>
              <a:buNone/>
              <a:defRPr>
                <a:solidFill>
                  <a:schemeClr val="accent6"/>
                </a:solidFill>
              </a:defRPr>
            </a:lvl3pPr>
            <a:lvl4pPr lvl="3">
              <a:lnSpc>
                <a:spcPct val="115000"/>
              </a:lnSpc>
              <a:spcBef>
                <a:spcPts val="1000"/>
              </a:spcBef>
              <a:spcAft>
                <a:spcPts val="0"/>
              </a:spcAft>
              <a:buClr>
                <a:schemeClr val="accent6"/>
              </a:buClr>
              <a:buSzPts val="1000"/>
              <a:buFont typeface="Lato"/>
              <a:buNone/>
              <a:defRPr>
                <a:solidFill>
                  <a:schemeClr val="accent6"/>
                </a:solidFill>
              </a:defRPr>
            </a:lvl4pPr>
            <a:lvl5pPr lvl="4">
              <a:lnSpc>
                <a:spcPct val="115000"/>
              </a:lnSpc>
              <a:spcBef>
                <a:spcPts val="1000"/>
              </a:spcBef>
              <a:spcAft>
                <a:spcPts val="0"/>
              </a:spcAft>
              <a:buClr>
                <a:schemeClr val="accent6"/>
              </a:buClr>
              <a:buSzPts val="1000"/>
              <a:buFont typeface="Lato"/>
              <a:buNone/>
              <a:defRPr>
                <a:solidFill>
                  <a:schemeClr val="accent6"/>
                </a:solidFill>
              </a:defRPr>
            </a:lvl5pPr>
            <a:lvl6pPr lvl="5">
              <a:lnSpc>
                <a:spcPct val="115000"/>
              </a:lnSpc>
              <a:spcBef>
                <a:spcPts val="1000"/>
              </a:spcBef>
              <a:spcAft>
                <a:spcPts val="0"/>
              </a:spcAft>
              <a:buClr>
                <a:schemeClr val="accent6"/>
              </a:buClr>
              <a:buSzPts val="1000"/>
              <a:buFont typeface="Lato"/>
              <a:buNone/>
              <a:defRPr>
                <a:solidFill>
                  <a:schemeClr val="accent6"/>
                </a:solidFill>
              </a:defRPr>
            </a:lvl6pPr>
            <a:lvl7pPr lvl="6">
              <a:lnSpc>
                <a:spcPct val="115000"/>
              </a:lnSpc>
              <a:spcBef>
                <a:spcPts val="1000"/>
              </a:spcBef>
              <a:spcAft>
                <a:spcPts val="0"/>
              </a:spcAft>
              <a:buClr>
                <a:schemeClr val="accent6"/>
              </a:buClr>
              <a:buSzPts val="1000"/>
              <a:buFont typeface="Lato"/>
              <a:buNone/>
              <a:defRPr>
                <a:solidFill>
                  <a:schemeClr val="accent6"/>
                </a:solidFill>
              </a:defRPr>
            </a:lvl7pPr>
            <a:lvl8pPr lvl="7">
              <a:lnSpc>
                <a:spcPct val="115000"/>
              </a:lnSpc>
              <a:spcBef>
                <a:spcPts val="1000"/>
              </a:spcBef>
              <a:spcAft>
                <a:spcPts val="0"/>
              </a:spcAft>
              <a:buClr>
                <a:schemeClr val="accent6"/>
              </a:buClr>
              <a:buSzPts val="1000"/>
              <a:buFont typeface="Lato"/>
              <a:buNone/>
              <a:defRPr>
                <a:solidFill>
                  <a:schemeClr val="accent6"/>
                </a:solidFill>
              </a:defRPr>
            </a:lvl8pPr>
            <a:lvl9pPr lvl="8">
              <a:lnSpc>
                <a:spcPct val="115000"/>
              </a:lnSpc>
              <a:spcBef>
                <a:spcPts val="1000"/>
              </a:spcBef>
              <a:spcAft>
                <a:spcPts val="1000"/>
              </a:spcAft>
              <a:buClr>
                <a:schemeClr val="accent6"/>
              </a:buClr>
              <a:buSzPts val="1000"/>
              <a:buFont typeface="Lato"/>
              <a:buNone/>
              <a:defRPr>
                <a:solidFill>
                  <a:schemeClr val="accent6"/>
                </a:solidFill>
              </a:defRPr>
            </a:lvl9pPr>
          </a:lstStyle>
          <a:p/>
        </p:txBody>
      </p:sp>
      <p:sp>
        <p:nvSpPr>
          <p:cNvPr id="132" name="Google Shape;132;p14"/>
          <p:cNvSpPr txBox="1"/>
          <p:nvPr>
            <p:ph idx="4" type="subTitle"/>
          </p:nvPr>
        </p:nvSpPr>
        <p:spPr>
          <a:xfrm>
            <a:off x="5794450" y="2073450"/>
            <a:ext cx="1459500" cy="1642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
        <p:nvSpPr>
          <p:cNvPr id="133" name="Google Shape;133;p14"/>
          <p:cNvSpPr txBox="1"/>
          <p:nvPr>
            <p:ph idx="5" type="subTitle"/>
          </p:nvPr>
        </p:nvSpPr>
        <p:spPr>
          <a:xfrm>
            <a:off x="7371675" y="2073450"/>
            <a:ext cx="1294500" cy="1642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
        <p:nvSpPr>
          <p:cNvPr id="134" name="Google Shape;134;p14"/>
          <p:cNvSpPr txBox="1"/>
          <p:nvPr>
            <p:ph idx="6" type="subTitle"/>
          </p:nvPr>
        </p:nvSpPr>
        <p:spPr>
          <a:xfrm>
            <a:off x="5794450" y="3940350"/>
            <a:ext cx="2831400" cy="917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1">
  <p:cSld name="BLANK_1_1_1_1_1_1_1_1_1_1_1_1_1_1_1">
    <p:bg>
      <p:bgPr>
        <a:solidFill>
          <a:schemeClr val="lt1"/>
        </a:solidFill>
      </p:bgPr>
    </p:bg>
    <p:spTree>
      <p:nvGrpSpPr>
        <p:cNvPr id="135" name="Shape 135"/>
        <p:cNvGrpSpPr/>
        <p:nvPr/>
      </p:nvGrpSpPr>
      <p:grpSpPr>
        <a:xfrm>
          <a:off x="0" y="0"/>
          <a:ext cx="0" cy="0"/>
          <a:chOff x="0" y="0"/>
          <a:chExt cx="0" cy="0"/>
        </a:xfrm>
      </p:grpSpPr>
      <p:sp>
        <p:nvSpPr>
          <p:cNvPr id="136" name="Google Shape;136;p15"/>
          <p:cNvSpPr txBox="1"/>
          <p:nvPr>
            <p:ph idx="1" type="subTitle"/>
          </p:nvPr>
        </p:nvSpPr>
        <p:spPr>
          <a:xfrm>
            <a:off x="455153" y="1847050"/>
            <a:ext cx="1278600" cy="410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37" name="Google Shape;137;p15"/>
          <p:cNvSpPr txBox="1"/>
          <p:nvPr>
            <p:ph idx="2" type="subTitle"/>
          </p:nvPr>
        </p:nvSpPr>
        <p:spPr>
          <a:xfrm>
            <a:off x="455153" y="2961963"/>
            <a:ext cx="1278600" cy="410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38" name="Google Shape;138;p15"/>
          <p:cNvSpPr txBox="1"/>
          <p:nvPr>
            <p:ph idx="3" type="subTitle"/>
          </p:nvPr>
        </p:nvSpPr>
        <p:spPr>
          <a:xfrm>
            <a:off x="455146" y="3929375"/>
            <a:ext cx="1278600" cy="410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39" name="Google Shape;139;p15"/>
          <p:cNvSpPr txBox="1"/>
          <p:nvPr>
            <p:ph idx="4" type="subTitle"/>
          </p:nvPr>
        </p:nvSpPr>
        <p:spPr>
          <a:xfrm>
            <a:off x="1781075" y="1241375"/>
            <a:ext cx="1498800" cy="276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40" name="Google Shape;140;p15"/>
          <p:cNvSpPr txBox="1"/>
          <p:nvPr>
            <p:ph idx="5" type="subTitle"/>
          </p:nvPr>
        </p:nvSpPr>
        <p:spPr>
          <a:xfrm>
            <a:off x="3596300" y="1241375"/>
            <a:ext cx="1498800" cy="276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41" name="Google Shape;141;p15"/>
          <p:cNvSpPr txBox="1"/>
          <p:nvPr>
            <p:ph idx="6" type="subTitle"/>
          </p:nvPr>
        </p:nvSpPr>
        <p:spPr>
          <a:xfrm>
            <a:off x="5411525" y="1241375"/>
            <a:ext cx="1498800" cy="276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42" name="Google Shape;142;p15"/>
          <p:cNvSpPr txBox="1"/>
          <p:nvPr>
            <p:ph idx="7" type="subTitle"/>
          </p:nvPr>
        </p:nvSpPr>
        <p:spPr>
          <a:xfrm>
            <a:off x="7226750" y="1241375"/>
            <a:ext cx="1498800" cy="264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43" name="Google Shape;143;p15"/>
          <p:cNvSpPr txBox="1"/>
          <p:nvPr>
            <p:ph idx="8" type="subTitle"/>
          </p:nvPr>
        </p:nvSpPr>
        <p:spPr>
          <a:xfrm>
            <a:off x="19796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44" name="Google Shape;144;p15"/>
          <p:cNvSpPr txBox="1"/>
          <p:nvPr>
            <p:ph idx="9" type="subTitle"/>
          </p:nvPr>
        </p:nvSpPr>
        <p:spPr>
          <a:xfrm>
            <a:off x="19796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45" name="Google Shape;145;p15"/>
          <p:cNvSpPr txBox="1"/>
          <p:nvPr>
            <p:ph idx="13" type="subTitle"/>
          </p:nvPr>
        </p:nvSpPr>
        <p:spPr>
          <a:xfrm>
            <a:off x="19796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46" name="Google Shape;146;p15"/>
          <p:cNvSpPr txBox="1"/>
          <p:nvPr>
            <p:ph idx="14" type="subTitle"/>
          </p:nvPr>
        </p:nvSpPr>
        <p:spPr>
          <a:xfrm>
            <a:off x="38059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47" name="Google Shape;147;p15"/>
          <p:cNvSpPr txBox="1"/>
          <p:nvPr>
            <p:ph idx="15" type="subTitle"/>
          </p:nvPr>
        </p:nvSpPr>
        <p:spPr>
          <a:xfrm>
            <a:off x="38059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48" name="Google Shape;148;p15"/>
          <p:cNvSpPr txBox="1"/>
          <p:nvPr>
            <p:ph idx="16" type="subTitle"/>
          </p:nvPr>
        </p:nvSpPr>
        <p:spPr>
          <a:xfrm>
            <a:off x="38059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49" name="Google Shape;149;p15"/>
          <p:cNvSpPr txBox="1"/>
          <p:nvPr>
            <p:ph idx="17" type="subTitle"/>
          </p:nvPr>
        </p:nvSpPr>
        <p:spPr>
          <a:xfrm>
            <a:off x="56322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50" name="Google Shape;150;p15"/>
          <p:cNvSpPr txBox="1"/>
          <p:nvPr>
            <p:ph idx="18" type="subTitle"/>
          </p:nvPr>
        </p:nvSpPr>
        <p:spPr>
          <a:xfrm>
            <a:off x="56322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51" name="Google Shape;151;p15"/>
          <p:cNvSpPr txBox="1"/>
          <p:nvPr>
            <p:ph idx="19" type="subTitle"/>
          </p:nvPr>
        </p:nvSpPr>
        <p:spPr>
          <a:xfrm>
            <a:off x="56322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52" name="Google Shape;152;p15"/>
          <p:cNvSpPr txBox="1"/>
          <p:nvPr>
            <p:ph idx="20" type="subTitle"/>
          </p:nvPr>
        </p:nvSpPr>
        <p:spPr>
          <a:xfrm>
            <a:off x="74585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53" name="Google Shape;153;p15"/>
          <p:cNvSpPr txBox="1"/>
          <p:nvPr>
            <p:ph idx="21" type="subTitle"/>
          </p:nvPr>
        </p:nvSpPr>
        <p:spPr>
          <a:xfrm>
            <a:off x="74585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54" name="Google Shape;154;p15"/>
          <p:cNvSpPr txBox="1"/>
          <p:nvPr>
            <p:ph idx="22" type="subTitle"/>
          </p:nvPr>
        </p:nvSpPr>
        <p:spPr>
          <a:xfrm>
            <a:off x="74585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55" name="Google Shape;155;p15"/>
          <p:cNvSpPr txBox="1"/>
          <p:nvPr>
            <p:ph type="title"/>
          </p:nvPr>
        </p:nvSpPr>
        <p:spPr>
          <a:xfrm>
            <a:off x="452621" y="455239"/>
            <a:ext cx="6964800" cy="651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000"/>
              <a:buNone/>
              <a:defRPr sz="2400">
                <a:solidFill>
                  <a:schemeClr val="accent6"/>
                </a:solidFill>
              </a:defRPr>
            </a:lvl1pPr>
            <a:lvl2pPr lvl="1">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2">
  <p:cSld name="CUSTOM_14">
    <p:bg>
      <p:bgPr>
        <a:solidFill>
          <a:schemeClr val="lt1"/>
        </a:solidFill>
      </p:bgPr>
    </p:bg>
    <p:spTree>
      <p:nvGrpSpPr>
        <p:cNvPr id="156" name="Shape 156"/>
        <p:cNvGrpSpPr/>
        <p:nvPr/>
      </p:nvGrpSpPr>
      <p:grpSpPr>
        <a:xfrm>
          <a:off x="0" y="0"/>
          <a:ext cx="0" cy="0"/>
          <a:chOff x="0" y="0"/>
          <a:chExt cx="0" cy="0"/>
        </a:xfrm>
      </p:grpSpPr>
      <p:sp>
        <p:nvSpPr>
          <p:cNvPr id="157" name="Google Shape;157;p16"/>
          <p:cNvSpPr txBox="1"/>
          <p:nvPr>
            <p:ph type="title"/>
          </p:nvPr>
        </p:nvSpPr>
        <p:spPr>
          <a:xfrm>
            <a:off x="966625" y="1926200"/>
            <a:ext cx="15897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158" name="Google Shape;158;p16"/>
          <p:cNvSpPr txBox="1"/>
          <p:nvPr>
            <p:ph idx="2" type="title"/>
          </p:nvPr>
        </p:nvSpPr>
        <p:spPr>
          <a:xfrm>
            <a:off x="2768150" y="1926200"/>
            <a:ext cx="15189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159" name="Google Shape;159;p16"/>
          <p:cNvSpPr txBox="1"/>
          <p:nvPr>
            <p:ph idx="3" type="title"/>
          </p:nvPr>
        </p:nvSpPr>
        <p:spPr>
          <a:xfrm>
            <a:off x="4609425" y="1926200"/>
            <a:ext cx="16200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160" name="Google Shape;160;p16"/>
          <p:cNvSpPr txBox="1"/>
          <p:nvPr>
            <p:ph idx="4" type="title"/>
          </p:nvPr>
        </p:nvSpPr>
        <p:spPr>
          <a:xfrm>
            <a:off x="2876400" y="4053150"/>
            <a:ext cx="13767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9pPr>
          </a:lstStyle>
          <a:p/>
        </p:txBody>
      </p:sp>
      <p:sp>
        <p:nvSpPr>
          <p:cNvPr id="161" name="Google Shape;161;p16"/>
          <p:cNvSpPr txBox="1"/>
          <p:nvPr>
            <p:ph idx="5" type="title"/>
          </p:nvPr>
        </p:nvSpPr>
        <p:spPr>
          <a:xfrm>
            <a:off x="6564575" y="4053150"/>
            <a:ext cx="13767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9pPr>
          </a:lstStyle>
          <a:p/>
        </p:txBody>
      </p:sp>
      <p:sp>
        <p:nvSpPr>
          <p:cNvPr id="162" name="Google Shape;162;p16"/>
          <p:cNvSpPr txBox="1"/>
          <p:nvPr>
            <p:ph idx="6" type="title"/>
          </p:nvPr>
        </p:nvSpPr>
        <p:spPr>
          <a:xfrm>
            <a:off x="966625" y="2228000"/>
            <a:ext cx="12945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163" name="Google Shape;163;p16"/>
          <p:cNvSpPr txBox="1"/>
          <p:nvPr>
            <p:ph idx="7" type="title"/>
          </p:nvPr>
        </p:nvSpPr>
        <p:spPr>
          <a:xfrm>
            <a:off x="2768161" y="2228000"/>
            <a:ext cx="12945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164" name="Google Shape;164;p16"/>
          <p:cNvSpPr txBox="1"/>
          <p:nvPr>
            <p:ph idx="8" type="title"/>
          </p:nvPr>
        </p:nvSpPr>
        <p:spPr>
          <a:xfrm>
            <a:off x="4609425" y="2228000"/>
            <a:ext cx="13767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165" name="Google Shape;165;p16"/>
          <p:cNvSpPr txBox="1"/>
          <p:nvPr>
            <p:ph idx="9" type="title"/>
          </p:nvPr>
        </p:nvSpPr>
        <p:spPr>
          <a:xfrm>
            <a:off x="6437300" y="1926200"/>
            <a:ext cx="13767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166" name="Google Shape;166;p16"/>
          <p:cNvSpPr txBox="1"/>
          <p:nvPr>
            <p:ph idx="13" type="title"/>
          </p:nvPr>
        </p:nvSpPr>
        <p:spPr>
          <a:xfrm>
            <a:off x="6437293" y="2228000"/>
            <a:ext cx="12444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167" name="Google Shape;167;p16"/>
          <p:cNvSpPr txBox="1"/>
          <p:nvPr>
            <p:ph idx="14" type="title"/>
          </p:nvPr>
        </p:nvSpPr>
        <p:spPr>
          <a:xfrm>
            <a:off x="474675" y="467679"/>
            <a:ext cx="3593100" cy="10083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1500"/>
              <a:buNone/>
              <a:defRPr sz="1500">
                <a:solidFill>
                  <a:schemeClr val="accent6"/>
                </a:solidFill>
              </a:defRPr>
            </a:lvl1pPr>
            <a:lvl2pPr lvl="1">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3">
  <p:cSld name="BLANK_1_1_1_1_1_1_1_1_1_1_1_1_1_1_2">
    <p:bg>
      <p:bgPr>
        <a:solidFill>
          <a:schemeClr val="lt1"/>
        </a:solidFill>
      </p:bgPr>
    </p:bg>
    <p:spTree>
      <p:nvGrpSpPr>
        <p:cNvPr id="168" name="Shape 168"/>
        <p:cNvGrpSpPr/>
        <p:nvPr/>
      </p:nvGrpSpPr>
      <p:grpSpPr>
        <a:xfrm>
          <a:off x="0" y="0"/>
          <a:ext cx="0" cy="0"/>
          <a:chOff x="0" y="0"/>
          <a:chExt cx="0" cy="0"/>
        </a:xfrm>
      </p:grpSpPr>
      <p:sp>
        <p:nvSpPr>
          <p:cNvPr id="169" name="Google Shape;169;p17"/>
          <p:cNvSpPr/>
          <p:nvPr/>
        </p:nvSpPr>
        <p:spPr>
          <a:xfrm>
            <a:off x="2070256" y="436468"/>
            <a:ext cx="4729500" cy="4415700"/>
          </a:xfrm>
          <a:prstGeom prst="snip1Rect">
            <a:avLst>
              <a:gd fmla="val 12424"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70" name="Google Shape;170;p17"/>
          <p:cNvSpPr/>
          <p:nvPr/>
        </p:nvSpPr>
        <p:spPr>
          <a:xfrm>
            <a:off x="847072" y="436468"/>
            <a:ext cx="4729500" cy="4415700"/>
          </a:xfrm>
          <a:prstGeom prst="snip1Rect">
            <a:avLst>
              <a:gd fmla="val 12424"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71" name="Google Shape;171;p17"/>
          <p:cNvSpPr/>
          <p:nvPr/>
        </p:nvSpPr>
        <p:spPr>
          <a:xfrm>
            <a:off x="203824" y="436468"/>
            <a:ext cx="4729500" cy="4415700"/>
          </a:xfrm>
          <a:prstGeom prst="snip1Rect">
            <a:avLst>
              <a:gd fmla="val 12424"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72" name="Google Shape;172;p17"/>
          <p:cNvSpPr/>
          <p:nvPr/>
        </p:nvSpPr>
        <p:spPr>
          <a:xfrm>
            <a:off x="0" y="432050"/>
            <a:ext cx="4665600" cy="4689000"/>
          </a:xfrm>
          <a:prstGeom prst="snip1Rect">
            <a:avLst>
              <a:gd fmla="val 1153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73" name="Google Shape;173;p17"/>
          <p:cNvSpPr txBox="1"/>
          <p:nvPr>
            <p:ph type="title"/>
          </p:nvPr>
        </p:nvSpPr>
        <p:spPr>
          <a:xfrm>
            <a:off x="443725" y="920775"/>
            <a:ext cx="3730500" cy="1095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2400"/>
              <a:buNone/>
              <a:defRPr sz="2400">
                <a:solidFill>
                  <a:schemeClr val="accent6"/>
                </a:solidFill>
              </a:defRPr>
            </a:lvl1pPr>
            <a:lvl2pPr lvl="1">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9pPr>
          </a:lstStyle>
          <a:p/>
        </p:txBody>
      </p:sp>
      <p:sp>
        <p:nvSpPr>
          <p:cNvPr id="174" name="Google Shape;174;p17"/>
          <p:cNvSpPr/>
          <p:nvPr/>
        </p:nvSpPr>
        <p:spPr>
          <a:xfrm>
            <a:off x="24725" y="2393073"/>
            <a:ext cx="9144000" cy="2750400"/>
          </a:xfrm>
          <a:prstGeom prst="snip1Rect">
            <a:avLst>
              <a:gd fmla="val 15953"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75" name="Google Shape;175;p17"/>
          <p:cNvSpPr/>
          <p:nvPr/>
        </p:nvSpPr>
        <p:spPr>
          <a:xfrm>
            <a:off x="0" y="2393075"/>
            <a:ext cx="3186600" cy="2750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76" name="Google Shape;176;p17"/>
          <p:cNvSpPr txBox="1"/>
          <p:nvPr>
            <p:ph idx="2" type="title"/>
          </p:nvPr>
        </p:nvSpPr>
        <p:spPr>
          <a:xfrm>
            <a:off x="507250" y="2657169"/>
            <a:ext cx="2344800" cy="446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2900"/>
              <a:buFont typeface="Quantico"/>
              <a:buNone/>
              <a:defRPr b="1" sz="1200"/>
            </a:lvl1pPr>
            <a:lvl2pPr lvl="1">
              <a:lnSpc>
                <a:spcPct val="100000"/>
              </a:lnSpc>
              <a:spcBef>
                <a:spcPts val="0"/>
              </a:spcBef>
              <a:spcAft>
                <a:spcPts val="0"/>
              </a:spcAft>
              <a:buClr>
                <a:schemeClr val="dk1"/>
              </a:buClr>
              <a:buSzPts val="3000"/>
              <a:buNone/>
              <a:defRPr b="1" sz="1300">
                <a:latin typeface="Lato"/>
                <a:ea typeface="Lato"/>
                <a:cs typeface="Lato"/>
                <a:sym typeface="Lato"/>
              </a:defRPr>
            </a:lvl2pPr>
            <a:lvl3pPr lvl="2">
              <a:lnSpc>
                <a:spcPct val="100000"/>
              </a:lnSpc>
              <a:spcBef>
                <a:spcPts val="0"/>
              </a:spcBef>
              <a:spcAft>
                <a:spcPts val="0"/>
              </a:spcAft>
              <a:buClr>
                <a:schemeClr val="dk1"/>
              </a:buClr>
              <a:buSzPts val="3000"/>
              <a:buNone/>
              <a:defRPr b="1" sz="1300">
                <a:latin typeface="Lato"/>
                <a:ea typeface="Lato"/>
                <a:cs typeface="Lato"/>
                <a:sym typeface="Lato"/>
              </a:defRPr>
            </a:lvl3pPr>
            <a:lvl4pPr lvl="3">
              <a:lnSpc>
                <a:spcPct val="100000"/>
              </a:lnSpc>
              <a:spcBef>
                <a:spcPts val="0"/>
              </a:spcBef>
              <a:spcAft>
                <a:spcPts val="0"/>
              </a:spcAft>
              <a:buClr>
                <a:schemeClr val="dk1"/>
              </a:buClr>
              <a:buSzPts val="3000"/>
              <a:buNone/>
              <a:defRPr b="1" sz="1300">
                <a:latin typeface="Lato"/>
                <a:ea typeface="Lato"/>
                <a:cs typeface="Lato"/>
                <a:sym typeface="Lato"/>
              </a:defRPr>
            </a:lvl4pPr>
            <a:lvl5pPr lvl="4">
              <a:lnSpc>
                <a:spcPct val="100000"/>
              </a:lnSpc>
              <a:spcBef>
                <a:spcPts val="0"/>
              </a:spcBef>
              <a:spcAft>
                <a:spcPts val="0"/>
              </a:spcAft>
              <a:buClr>
                <a:schemeClr val="dk1"/>
              </a:buClr>
              <a:buSzPts val="3000"/>
              <a:buNone/>
              <a:defRPr b="1" sz="1300">
                <a:latin typeface="Lato"/>
                <a:ea typeface="Lato"/>
                <a:cs typeface="Lato"/>
                <a:sym typeface="Lato"/>
              </a:defRPr>
            </a:lvl5pPr>
            <a:lvl6pPr lvl="5">
              <a:lnSpc>
                <a:spcPct val="100000"/>
              </a:lnSpc>
              <a:spcBef>
                <a:spcPts val="0"/>
              </a:spcBef>
              <a:spcAft>
                <a:spcPts val="0"/>
              </a:spcAft>
              <a:buClr>
                <a:schemeClr val="dk1"/>
              </a:buClr>
              <a:buSzPts val="3000"/>
              <a:buNone/>
              <a:defRPr b="1" sz="1300">
                <a:latin typeface="Lato"/>
                <a:ea typeface="Lato"/>
                <a:cs typeface="Lato"/>
                <a:sym typeface="Lato"/>
              </a:defRPr>
            </a:lvl6pPr>
            <a:lvl7pPr lvl="6">
              <a:lnSpc>
                <a:spcPct val="100000"/>
              </a:lnSpc>
              <a:spcBef>
                <a:spcPts val="0"/>
              </a:spcBef>
              <a:spcAft>
                <a:spcPts val="0"/>
              </a:spcAft>
              <a:buClr>
                <a:schemeClr val="dk1"/>
              </a:buClr>
              <a:buSzPts val="3000"/>
              <a:buNone/>
              <a:defRPr b="1" sz="1300">
                <a:latin typeface="Lato"/>
                <a:ea typeface="Lato"/>
                <a:cs typeface="Lato"/>
                <a:sym typeface="Lato"/>
              </a:defRPr>
            </a:lvl7pPr>
            <a:lvl8pPr lvl="7">
              <a:lnSpc>
                <a:spcPct val="100000"/>
              </a:lnSpc>
              <a:spcBef>
                <a:spcPts val="0"/>
              </a:spcBef>
              <a:spcAft>
                <a:spcPts val="0"/>
              </a:spcAft>
              <a:buClr>
                <a:schemeClr val="dk1"/>
              </a:buClr>
              <a:buSzPts val="3000"/>
              <a:buNone/>
              <a:defRPr b="1" sz="1300">
                <a:latin typeface="Lato"/>
                <a:ea typeface="Lato"/>
                <a:cs typeface="Lato"/>
                <a:sym typeface="Lato"/>
              </a:defRPr>
            </a:lvl8pPr>
            <a:lvl9pPr lvl="8">
              <a:lnSpc>
                <a:spcPct val="100000"/>
              </a:lnSpc>
              <a:spcBef>
                <a:spcPts val="0"/>
              </a:spcBef>
              <a:spcAft>
                <a:spcPts val="0"/>
              </a:spcAft>
              <a:buClr>
                <a:schemeClr val="dk1"/>
              </a:buClr>
              <a:buSzPts val="3000"/>
              <a:buNone/>
              <a:defRPr b="1" sz="1300">
                <a:latin typeface="Lato"/>
                <a:ea typeface="Lato"/>
                <a:cs typeface="Lato"/>
                <a:sym typeface="Lato"/>
              </a:defRPr>
            </a:lvl9pPr>
          </a:lstStyle>
          <a:p/>
        </p:txBody>
      </p:sp>
      <p:sp>
        <p:nvSpPr>
          <p:cNvPr id="177" name="Google Shape;177;p17"/>
          <p:cNvSpPr txBox="1"/>
          <p:nvPr>
            <p:ph idx="3" type="title"/>
          </p:nvPr>
        </p:nvSpPr>
        <p:spPr>
          <a:xfrm>
            <a:off x="454725" y="1387875"/>
            <a:ext cx="3109200" cy="708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1pPr>
            <a:lvl2pPr lvl="1">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2pPr>
            <a:lvl3pPr lvl="2">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3pPr>
            <a:lvl4pPr lvl="3">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4pPr>
            <a:lvl5pPr lvl="4">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5pPr>
            <a:lvl6pPr lvl="5">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6pPr>
            <a:lvl7pPr lvl="6">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7pPr>
            <a:lvl8pPr lvl="7">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8pPr>
            <a:lvl9pPr lvl="8">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9pPr>
          </a:lstStyle>
          <a:p/>
        </p:txBody>
      </p:sp>
      <p:sp>
        <p:nvSpPr>
          <p:cNvPr id="178" name="Google Shape;178;p17"/>
          <p:cNvSpPr txBox="1"/>
          <p:nvPr>
            <p:ph idx="4" type="title"/>
          </p:nvPr>
        </p:nvSpPr>
        <p:spPr>
          <a:xfrm>
            <a:off x="507250" y="3648688"/>
            <a:ext cx="21378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Font typeface="Quantico"/>
              <a:buNone/>
              <a:defRPr b="1" sz="13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179" name="Google Shape;179;p17"/>
          <p:cNvSpPr txBox="1"/>
          <p:nvPr>
            <p:ph idx="5" type="title"/>
          </p:nvPr>
        </p:nvSpPr>
        <p:spPr>
          <a:xfrm>
            <a:off x="507250" y="3960850"/>
            <a:ext cx="2242500" cy="708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180" name="Google Shape;180;p17"/>
          <p:cNvSpPr txBox="1"/>
          <p:nvPr>
            <p:ph idx="6" type="title"/>
          </p:nvPr>
        </p:nvSpPr>
        <p:spPr>
          <a:xfrm>
            <a:off x="507250" y="2950200"/>
            <a:ext cx="2242500" cy="643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181" name="Google Shape;181;p17"/>
          <p:cNvSpPr txBox="1"/>
          <p:nvPr>
            <p:ph idx="7" type="title"/>
          </p:nvPr>
        </p:nvSpPr>
        <p:spPr>
          <a:xfrm>
            <a:off x="5654225" y="2657175"/>
            <a:ext cx="961200" cy="40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2900"/>
              <a:buFont typeface="Quantico"/>
              <a:buNone/>
              <a:defRPr b="1" sz="12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182" name="Google Shape;182;p17"/>
          <p:cNvSpPr txBox="1"/>
          <p:nvPr>
            <p:ph idx="8" type="title"/>
          </p:nvPr>
        </p:nvSpPr>
        <p:spPr>
          <a:xfrm>
            <a:off x="7295800" y="2657175"/>
            <a:ext cx="1109100" cy="40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2900"/>
              <a:buFont typeface="Quantico"/>
              <a:buNone/>
              <a:defRPr b="1" sz="12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183" name="Google Shape;183;p17"/>
          <p:cNvSpPr txBox="1"/>
          <p:nvPr>
            <p:ph idx="9" type="title"/>
          </p:nvPr>
        </p:nvSpPr>
        <p:spPr>
          <a:xfrm>
            <a:off x="3958525" y="2657175"/>
            <a:ext cx="1003500" cy="40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2900"/>
              <a:buFont typeface="Quantico"/>
              <a:buNone/>
              <a:defRPr b="1" sz="12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184" name="Google Shape;184;p17"/>
          <p:cNvSpPr txBox="1"/>
          <p:nvPr>
            <p:ph idx="13" type="title"/>
          </p:nvPr>
        </p:nvSpPr>
        <p:spPr>
          <a:xfrm>
            <a:off x="3477950" y="3170975"/>
            <a:ext cx="1583400" cy="643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185" name="Google Shape;185;p17"/>
          <p:cNvSpPr txBox="1"/>
          <p:nvPr>
            <p:ph idx="14" type="title"/>
          </p:nvPr>
        </p:nvSpPr>
        <p:spPr>
          <a:xfrm>
            <a:off x="5156125" y="3170975"/>
            <a:ext cx="15516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186" name="Google Shape;186;p17"/>
          <p:cNvSpPr txBox="1"/>
          <p:nvPr>
            <p:ph idx="15" type="title"/>
          </p:nvPr>
        </p:nvSpPr>
        <p:spPr>
          <a:xfrm>
            <a:off x="6837850" y="3170975"/>
            <a:ext cx="2022000" cy="1596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187" name="Google Shape;187;p17"/>
          <p:cNvSpPr txBox="1"/>
          <p:nvPr>
            <p:ph idx="16" type="title"/>
          </p:nvPr>
        </p:nvSpPr>
        <p:spPr>
          <a:xfrm>
            <a:off x="3624875" y="4016425"/>
            <a:ext cx="1436400" cy="7506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5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5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5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5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5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5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5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5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188" name="Google Shape;188;p17"/>
          <p:cNvSpPr txBox="1"/>
          <p:nvPr>
            <p:ph idx="17" type="title"/>
          </p:nvPr>
        </p:nvSpPr>
        <p:spPr>
          <a:xfrm>
            <a:off x="5303050" y="4016425"/>
            <a:ext cx="1404600" cy="7506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5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5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5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5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5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5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5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5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4">
  <p:cSld name="CUSTOM_5_1">
    <p:bg>
      <p:bgPr>
        <a:solidFill>
          <a:schemeClr val="lt1"/>
        </a:solidFill>
      </p:bgPr>
    </p:bg>
    <p:spTree>
      <p:nvGrpSpPr>
        <p:cNvPr id="189" name="Shape 189"/>
        <p:cNvGrpSpPr/>
        <p:nvPr/>
      </p:nvGrpSpPr>
      <p:grpSpPr>
        <a:xfrm>
          <a:off x="0" y="0"/>
          <a:ext cx="0" cy="0"/>
          <a:chOff x="0" y="0"/>
          <a:chExt cx="0" cy="0"/>
        </a:xfrm>
      </p:grpSpPr>
      <p:sp>
        <p:nvSpPr>
          <p:cNvPr id="190" name="Google Shape;190;p18"/>
          <p:cNvSpPr/>
          <p:nvPr/>
        </p:nvSpPr>
        <p:spPr>
          <a:xfrm>
            <a:off x="1067025" y="437190"/>
            <a:ext cx="7197300" cy="3865800"/>
          </a:xfrm>
          <a:prstGeom prst="snip1Rect">
            <a:avLst>
              <a:gd fmla="val 11506"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91" name="Google Shape;191;p18"/>
          <p:cNvSpPr/>
          <p:nvPr/>
        </p:nvSpPr>
        <p:spPr>
          <a:xfrm>
            <a:off x="1491600" y="1330871"/>
            <a:ext cx="7197300" cy="3674400"/>
          </a:xfrm>
          <a:prstGeom prst="snip1Rect">
            <a:avLst>
              <a:gd fmla="val 11506"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92" name="Google Shape;192;p18"/>
          <p:cNvSpPr/>
          <p:nvPr/>
        </p:nvSpPr>
        <p:spPr>
          <a:xfrm>
            <a:off x="114875" y="875230"/>
            <a:ext cx="7197300" cy="3977100"/>
          </a:xfrm>
          <a:prstGeom prst="snip1Rect">
            <a:avLst>
              <a:gd fmla="val 11506"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93" name="Google Shape;193;p18"/>
          <p:cNvSpPr/>
          <p:nvPr/>
        </p:nvSpPr>
        <p:spPr>
          <a:xfrm>
            <a:off x="-8050" y="432050"/>
            <a:ext cx="3686700" cy="4689000"/>
          </a:xfrm>
          <a:prstGeom prst="snip1Rect">
            <a:avLst>
              <a:gd fmla="val 1153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94" name="Google Shape;194;p18"/>
          <p:cNvSpPr txBox="1"/>
          <p:nvPr>
            <p:ph type="title"/>
          </p:nvPr>
        </p:nvSpPr>
        <p:spPr>
          <a:xfrm>
            <a:off x="451900" y="843775"/>
            <a:ext cx="2968200" cy="10398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000"/>
              <a:buNone/>
              <a:defRPr sz="2400">
                <a:solidFill>
                  <a:schemeClr val="accent6"/>
                </a:solidFill>
              </a:defRPr>
            </a:lvl1pPr>
            <a:lvl2pPr lvl="1">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195" name="Google Shape;195;p18"/>
          <p:cNvSpPr txBox="1"/>
          <p:nvPr>
            <p:ph idx="1" type="subTitle"/>
          </p:nvPr>
        </p:nvSpPr>
        <p:spPr>
          <a:xfrm>
            <a:off x="478650" y="2476500"/>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196" name="Google Shape;196;p18"/>
          <p:cNvSpPr txBox="1"/>
          <p:nvPr>
            <p:ph idx="2" type="title"/>
          </p:nvPr>
        </p:nvSpPr>
        <p:spPr>
          <a:xfrm>
            <a:off x="488175" y="2044800"/>
            <a:ext cx="14520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197" name="Google Shape;197;p18"/>
          <p:cNvSpPr txBox="1"/>
          <p:nvPr>
            <p:ph idx="3" type="subTitle"/>
          </p:nvPr>
        </p:nvSpPr>
        <p:spPr>
          <a:xfrm>
            <a:off x="2102625"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198" name="Google Shape;198;p18"/>
          <p:cNvSpPr txBox="1"/>
          <p:nvPr>
            <p:ph idx="4" type="title"/>
          </p:nvPr>
        </p:nvSpPr>
        <p:spPr>
          <a:xfrm>
            <a:off x="2102625" y="2044800"/>
            <a:ext cx="15825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199" name="Google Shape;199;p18"/>
          <p:cNvSpPr txBox="1"/>
          <p:nvPr>
            <p:ph idx="5" type="subTitle"/>
          </p:nvPr>
        </p:nvSpPr>
        <p:spPr>
          <a:xfrm>
            <a:off x="3875050"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200" name="Google Shape;200;p18"/>
          <p:cNvSpPr txBox="1"/>
          <p:nvPr>
            <p:ph idx="6" type="title"/>
          </p:nvPr>
        </p:nvSpPr>
        <p:spPr>
          <a:xfrm>
            <a:off x="3875051" y="2044800"/>
            <a:ext cx="15579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201" name="Google Shape;201;p18"/>
          <p:cNvSpPr txBox="1"/>
          <p:nvPr>
            <p:ph idx="7" type="subTitle"/>
          </p:nvPr>
        </p:nvSpPr>
        <p:spPr>
          <a:xfrm>
            <a:off x="5618263"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202" name="Google Shape;202;p18"/>
          <p:cNvSpPr txBox="1"/>
          <p:nvPr>
            <p:ph idx="8" type="title"/>
          </p:nvPr>
        </p:nvSpPr>
        <p:spPr>
          <a:xfrm>
            <a:off x="5618275" y="2044800"/>
            <a:ext cx="15579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203" name="Google Shape;203;p18"/>
          <p:cNvSpPr txBox="1"/>
          <p:nvPr>
            <p:ph idx="9" type="subTitle"/>
          </p:nvPr>
        </p:nvSpPr>
        <p:spPr>
          <a:xfrm>
            <a:off x="7354438"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204" name="Google Shape;204;p18"/>
          <p:cNvSpPr txBox="1"/>
          <p:nvPr>
            <p:ph idx="13" type="title"/>
          </p:nvPr>
        </p:nvSpPr>
        <p:spPr>
          <a:xfrm>
            <a:off x="7354449" y="2044799"/>
            <a:ext cx="17976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205" name="Google Shape;205;p18"/>
          <p:cNvSpPr txBox="1"/>
          <p:nvPr>
            <p:ph idx="14" type="subTitle"/>
          </p:nvPr>
        </p:nvSpPr>
        <p:spPr>
          <a:xfrm>
            <a:off x="478650" y="3104100"/>
            <a:ext cx="1452000" cy="61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06" name="Google Shape;206;p18"/>
          <p:cNvSpPr txBox="1"/>
          <p:nvPr>
            <p:ph idx="15" type="subTitle"/>
          </p:nvPr>
        </p:nvSpPr>
        <p:spPr>
          <a:xfrm>
            <a:off x="2102625" y="3104100"/>
            <a:ext cx="1582500" cy="642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07" name="Google Shape;207;p18"/>
          <p:cNvSpPr txBox="1"/>
          <p:nvPr>
            <p:ph idx="16" type="subTitle"/>
          </p:nvPr>
        </p:nvSpPr>
        <p:spPr>
          <a:xfrm>
            <a:off x="5618275" y="3104109"/>
            <a:ext cx="12384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08" name="Google Shape;208;p18"/>
          <p:cNvSpPr txBox="1"/>
          <p:nvPr>
            <p:ph idx="17" type="subTitle"/>
          </p:nvPr>
        </p:nvSpPr>
        <p:spPr>
          <a:xfrm>
            <a:off x="7354450" y="3104109"/>
            <a:ext cx="12384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09" name="Google Shape;209;p18"/>
          <p:cNvSpPr txBox="1"/>
          <p:nvPr>
            <p:ph idx="18" type="subTitle"/>
          </p:nvPr>
        </p:nvSpPr>
        <p:spPr>
          <a:xfrm>
            <a:off x="625400" y="3960650"/>
            <a:ext cx="11397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Char char="●"/>
              <a:defRPr>
                <a:solidFill>
                  <a:schemeClr val="dk1"/>
                </a:solidFill>
              </a:defRPr>
            </a:lvl1pPr>
            <a:lvl2pPr lvl="1">
              <a:lnSpc>
                <a:spcPct val="100000"/>
              </a:lnSpc>
              <a:spcBef>
                <a:spcPts val="1000"/>
              </a:spcBef>
              <a:spcAft>
                <a:spcPts val="0"/>
              </a:spcAft>
              <a:buClr>
                <a:schemeClr val="dk1"/>
              </a:buClr>
              <a:buSzPts val="1200"/>
              <a:buFont typeface="Lato"/>
              <a:buChar char="○"/>
              <a:defRPr>
                <a:solidFill>
                  <a:schemeClr val="dk1"/>
                </a:solidFill>
              </a:defRPr>
            </a:lvl2pPr>
            <a:lvl3pPr lvl="2">
              <a:lnSpc>
                <a:spcPct val="100000"/>
              </a:lnSpc>
              <a:spcBef>
                <a:spcPts val="1000"/>
              </a:spcBef>
              <a:spcAft>
                <a:spcPts val="0"/>
              </a:spcAft>
              <a:buClr>
                <a:schemeClr val="dk1"/>
              </a:buClr>
              <a:buSzPts val="1200"/>
              <a:buFont typeface="Lato"/>
              <a:buChar char="■"/>
              <a:defRPr>
                <a:solidFill>
                  <a:schemeClr val="dk1"/>
                </a:solidFill>
              </a:defRPr>
            </a:lvl3pPr>
            <a:lvl4pPr lvl="3">
              <a:lnSpc>
                <a:spcPct val="100000"/>
              </a:lnSpc>
              <a:spcBef>
                <a:spcPts val="1000"/>
              </a:spcBef>
              <a:spcAft>
                <a:spcPts val="0"/>
              </a:spcAft>
              <a:buClr>
                <a:schemeClr val="dk1"/>
              </a:buClr>
              <a:buSzPts val="1200"/>
              <a:buFont typeface="Lato"/>
              <a:buChar char="●"/>
              <a:defRPr>
                <a:solidFill>
                  <a:schemeClr val="dk1"/>
                </a:solidFill>
              </a:defRPr>
            </a:lvl4pPr>
            <a:lvl5pPr lvl="4">
              <a:lnSpc>
                <a:spcPct val="100000"/>
              </a:lnSpc>
              <a:spcBef>
                <a:spcPts val="1000"/>
              </a:spcBef>
              <a:spcAft>
                <a:spcPts val="0"/>
              </a:spcAft>
              <a:buClr>
                <a:schemeClr val="dk1"/>
              </a:buClr>
              <a:buSzPts val="1200"/>
              <a:buFont typeface="Lato"/>
              <a:buChar char="○"/>
              <a:defRPr>
                <a:solidFill>
                  <a:schemeClr val="dk1"/>
                </a:solidFill>
              </a:defRPr>
            </a:lvl5pPr>
            <a:lvl6pPr lvl="5">
              <a:lnSpc>
                <a:spcPct val="100000"/>
              </a:lnSpc>
              <a:spcBef>
                <a:spcPts val="1000"/>
              </a:spcBef>
              <a:spcAft>
                <a:spcPts val="0"/>
              </a:spcAft>
              <a:buClr>
                <a:schemeClr val="dk1"/>
              </a:buClr>
              <a:buSzPts val="1200"/>
              <a:buFont typeface="Lato"/>
              <a:buChar char="■"/>
              <a:defRPr>
                <a:solidFill>
                  <a:schemeClr val="dk1"/>
                </a:solidFill>
              </a:defRPr>
            </a:lvl6pPr>
            <a:lvl7pPr lvl="6">
              <a:lnSpc>
                <a:spcPct val="100000"/>
              </a:lnSpc>
              <a:spcBef>
                <a:spcPts val="1000"/>
              </a:spcBef>
              <a:spcAft>
                <a:spcPts val="0"/>
              </a:spcAft>
              <a:buClr>
                <a:schemeClr val="dk1"/>
              </a:buClr>
              <a:buSzPts val="1200"/>
              <a:buFont typeface="Lato"/>
              <a:buChar char="●"/>
              <a:defRPr>
                <a:solidFill>
                  <a:schemeClr val="dk1"/>
                </a:solidFill>
              </a:defRPr>
            </a:lvl7pPr>
            <a:lvl8pPr lvl="7">
              <a:lnSpc>
                <a:spcPct val="100000"/>
              </a:lnSpc>
              <a:spcBef>
                <a:spcPts val="1000"/>
              </a:spcBef>
              <a:spcAft>
                <a:spcPts val="0"/>
              </a:spcAft>
              <a:buClr>
                <a:schemeClr val="dk1"/>
              </a:buClr>
              <a:buSzPts val="1200"/>
              <a:buFont typeface="Lato"/>
              <a:buChar char="○"/>
              <a:defRPr>
                <a:solidFill>
                  <a:schemeClr val="dk1"/>
                </a:solidFill>
              </a:defRPr>
            </a:lvl8pPr>
            <a:lvl9pPr lvl="8">
              <a:lnSpc>
                <a:spcPct val="100000"/>
              </a:lnSpc>
              <a:spcBef>
                <a:spcPts val="1000"/>
              </a:spcBef>
              <a:spcAft>
                <a:spcPts val="1000"/>
              </a:spcAft>
              <a:buClr>
                <a:schemeClr val="dk1"/>
              </a:buClr>
              <a:buSzPts val="1200"/>
              <a:buFont typeface="Lato"/>
              <a:buChar char="■"/>
              <a:defRPr>
                <a:solidFill>
                  <a:schemeClr val="dk1"/>
                </a:solidFill>
              </a:defRPr>
            </a:lvl9pPr>
          </a:lstStyle>
          <a:p/>
        </p:txBody>
      </p:sp>
      <p:sp>
        <p:nvSpPr>
          <p:cNvPr id="210" name="Google Shape;210;p18"/>
          <p:cNvSpPr txBox="1"/>
          <p:nvPr>
            <p:ph idx="19" type="subTitle"/>
          </p:nvPr>
        </p:nvSpPr>
        <p:spPr>
          <a:xfrm>
            <a:off x="2239700" y="3960657"/>
            <a:ext cx="1139700" cy="813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11" name="Google Shape;211;p18"/>
          <p:cNvSpPr txBox="1"/>
          <p:nvPr>
            <p:ph idx="20" type="subTitle"/>
          </p:nvPr>
        </p:nvSpPr>
        <p:spPr>
          <a:xfrm>
            <a:off x="4021800" y="3960660"/>
            <a:ext cx="1139700" cy="897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12" name="Google Shape;212;p18"/>
          <p:cNvSpPr txBox="1"/>
          <p:nvPr>
            <p:ph idx="21" type="subTitle"/>
          </p:nvPr>
        </p:nvSpPr>
        <p:spPr>
          <a:xfrm>
            <a:off x="5765025" y="3960650"/>
            <a:ext cx="1411200" cy="897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13" name="Google Shape;213;p18"/>
          <p:cNvSpPr txBox="1"/>
          <p:nvPr>
            <p:ph idx="22" type="subTitle"/>
          </p:nvPr>
        </p:nvSpPr>
        <p:spPr>
          <a:xfrm>
            <a:off x="7491550" y="3960657"/>
            <a:ext cx="1139700" cy="774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14" name="Google Shape;214;p18"/>
          <p:cNvSpPr txBox="1"/>
          <p:nvPr>
            <p:ph idx="23" type="subTitle"/>
          </p:nvPr>
        </p:nvSpPr>
        <p:spPr>
          <a:xfrm>
            <a:off x="3875050" y="3104100"/>
            <a:ext cx="15579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1">
  <p:cSld name="CUSTOM_5_1_1_1_4">
    <p:spTree>
      <p:nvGrpSpPr>
        <p:cNvPr id="215" name="Shape 215"/>
        <p:cNvGrpSpPr/>
        <p:nvPr/>
      </p:nvGrpSpPr>
      <p:grpSpPr>
        <a:xfrm>
          <a:off x="0" y="0"/>
          <a:ext cx="0" cy="0"/>
          <a:chOff x="0" y="0"/>
          <a:chExt cx="0" cy="0"/>
        </a:xfrm>
      </p:grpSpPr>
      <p:sp>
        <p:nvSpPr>
          <p:cNvPr id="216" name="Google Shape;216;p19"/>
          <p:cNvSpPr/>
          <p:nvPr>
            <p:ph idx="2" type="pic"/>
          </p:nvPr>
        </p:nvSpPr>
        <p:spPr>
          <a:xfrm>
            <a:off x="-1600" y="1969350"/>
            <a:ext cx="9144000" cy="3174600"/>
          </a:xfrm>
          <a:prstGeom prst="snip1Rect">
            <a:avLst>
              <a:gd fmla="val 19548" name="adj"/>
            </a:avLst>
          </a:prstGeom>
          <a:noFill/>
          <a:ln>
            <a:noFill/>
          </a:ln>
        </p:spPr>
      </p:sp>
      <p:sp>
        <p:nvSpPr>
          <p:cNvPr id="217" name="Google Shape;217;p19"/>
          <p:cNvSpPr txBox="1"/>
          <p:nvPr>
            <p:ph type="title"/>
          </p:nvPr>
        </p:nvSpPr>
        <p:spPr>
          <a:xfrm>
            <a:off x="5254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218" name="Google Shape;218;p19"/>
          <p:cNvSpPr txBox="1"/>
          <p:nvPr>
            <p:ph idx="1" type="body"/>
          </p:nvPr>
        </p:nvSpPr>
        <p:spPr>
          <a:xfrm>
            <a:off x="5254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219" name="Google Shape;219;p19"/>
          <p:cNvSpPr txBox="1"/>
          <p:nvPr>
            <p:ph idx="3" type="title"/>
          </p:nvPr>
        </p:nvSpPr>
        <p:spPr>
          <a:xfrm>
            <a:off x="24096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220" name="Google Shape;220;p19"/>
          <p:cNvSpPr txBox="1"/>
          <p:nvPr>
            <p:ph idx="4" type="body"/>
          </p:nvPr>
        </p:nvSpPr>
        <p:spPr>
          <a:xfrm>
            <a:off x="24096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221" name="Google Shape;221;p19"/>
          <p:cNvSpPr txBox="1"/>
          <p:nvPr>
            <p:ph idx="5" type="title"/>
          </p:nvPr>
        </p:nvSpPr>
        <p:spPr>
          <a:xfrm>
            <a:off x="42938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222" name="Google Shape;222;p19"/>
          <p:cNvSpPr txBox="1"/>
          <p:nvPr>
            <p:ph idx="6" type="body"/>
          </p:nvPr>
        </p:nvSpPr>
        <p:spPr>
          <a:xfrm>
            <a:off x="42938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223" name="Google Shape;223;p19"/>
          <p:cNvSpPr txBox="1"/>
          <p:nvPr>
            <p:ph idx="7" type="title"/>
          </p:nvPr>
        </p:nvSpPr>
        <p:spPr>
          <a:xfrm>
            <a:off x="61780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224" name="Google Shape;224;p19"/>
          <p:cNvSpPr txBox="1"/>
          <p:nvPr>
            <p:ph idx="8" type="body"/>
          </p:nvPr>
        </p:nvSpPr>
        <p:spPr>
          <a:xfrm>
            <a:off x="61780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225" name="Google Shape;225;p19"/>
          <p:cNvSpPr txBox="1"/>
          <p:nvPr>
            <p:ph idx="9" type="subTitle"/>
          </p:nvPr>
        </p:nvSpPr>
        <p:spPr>
          <a:xfrm>
            <a:off x="24096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226" name="Google Shape;226;p19"/>
          <p:cNvSpPr txBox="1"/>
          <p:nvPr>
            <p:ph idx="13" type="subTitle"/>
          </p:nvPr>
        </p:nvSpPr>
        <p:spPr>
          <a:xfrm>
            <a:off x="5254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227" name="Google Shape;227;p19"/>
          <p:cNvSpPr txBox="1"/>
          <p:nvPr>
            <p:ph idx="14" type="subTitle"/>
          </p:nvPr>
        </p:nvSpPr>
        <p:spPr>
          <a:xfrm>
            <a:off x="42938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228" name="Google Shape;228;p19"/>
          <p:cNvSpPr txBox="1"/>
          <p:nvPr>
            <p:ph idx="15" type="subTitle"/>
          </p:nvPr>
        </p:nvSpPr>
        <p:spPr>
          <a:xfrm>
            <a:off x="61780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229" name="Google Shape;229;p19"/>
          <p:cNvSpPr txBox="1"/>
          <p:nvPr>
            <p:ph idx="16"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spcBef>
                <a:spcPts val="0"/>
              </a:spcBef>
              <a:spcAft>
                <a:spcPts val="0"/>
              </a:spcAft>
              <a:buClr>
                <a:schemeClr val="dk1"/>
              </a:buClr>
              <a:buSzPts val="3000"/>
              <a:buNone/>
              <a:defRPr sz="2400">
                <a:latin typeface="Quantico"/>
                <a:ea typeface="Quantico"/>
                <a:cs typeface="Quantico"/>
                <a:sym typeface="Quantico"/>
              </a:defRPr>
            </a:lvl2pPr>
            <a:lvl3pPr lvl="2">
              <a:spcBef>
                <a:spcPts val="0"/>
              </a:spcBef>
              <a:spcAft>
                <a:spcPts val="0"/>
              </a:spcAft>
              <a:buClr>
                <a:schemeClr val="dk1"/>
              </a:buClr>
              <a:buSzPts val="3000"/>
              <a:buNone/>
              <a:defRPr sz="2400">
                <a:latin typeface="Quantico"/>
                <a:ea typeface="Quantico"/>
                <a:cs typeface="Quantico"/>
                <a:sym typeface="Quantico"/>
              </a:defRPr>
            </a:lvl3pPr>
            <a:lvl4pPr lvl="3">
              <a:spcBef>
                <a:spcPts val="0"/>
              </a:spcBef>
              <a:spcAft>
                <a:spcPts val="0"/>
              </a:spcAft>
              <a:buClr>
                <a:schemeClr val="dk1"/>
              </a:buClr>
              <a:buSzPts val="3000"/>
              <a:buNone/>
              <a:defRPr sz="2400">
                <a:latin typeface="Quantico"/>
                <a:ea typeface="Quantico"/>
                <a:cs typeface="Quantico"/>
                <a:sym typeface="Quantico"/>
              </a:defRPr>
            </a:lvl4pPr>
            <a:lvl5pPr lvl="4">
              <a:spcBef>
                <a:spcPts val="0"/>
              </a:spcBef>
              <a:spcAft>
                <a:spcPts val="0"/>
              </a:spcAft>
              <a:buClr>
                <a:schemeClr val="dk1"/>
              </a:buClr>
              <a:buSzPts val="3000"/>
              <a:buNone/>
              <a:defRPr sz="2400">
                <a:latin typeface="Quantico"/>
                <a:ea typeface="Quantico"/>
                <a:cs typeface="Quantico"/>
                <a:sym typeface="Quantico"/>
              </a:defRPr>
            </a:lvl5pPr>
            <a:lvl6pPr lvl="5">
              <a:spcBef>
                <a:spcPts val="0"/>
              </a:spcBef>
              <a:spcAft>
                <a:spcPts val="0"/>
              </a:spcAft>
              <a:buClr>
                <a:schemeClr val="dk1"/>
              </a:buClr>
              <a:buSzPts val="3000"/>
              <a:buNone/>
              <a:defRPr sz="2400">
                <a:latin typeface="Quantico"/>
                <a:ea typeface="Quantico"/>
                <a:cs typeface="Quantico"/>
                <a:sym typeface="Quantico"/>
              </a:defRPr>
            </a:lvl6pPr>
            <a:lvl7pPr lvl="6">
              <a:spcBef>
                <a:spcPts val="0"/>
              </a:spcBef>
              <a:spcAft>
                <a:spcPts val="0"/>
              </a:spcAft>
              <a:buClr>
                <a:schemeClr val="dk1"/>
              </a:buClr>
              <a:buSzPts val="3000"/>
              <a:buNone/>
              <a:defRPr sz="2400">
                <a:latin typeface="Quantico"/>
                <a:ea typeface="Quantico"/>
                <a:cs typeface="Quantico"/>
                <a:sym typeface="Quantico"/>
              </a:defRPr>
            </a:lvl7pPr>
            <a:lvl8pPr lvl="7">
              <a:spcBef>
                <a:spcPts val="0"/>
              </a:spcBef>
              <a:spcAft>
                <a:spcPts val="0"/>
              </a:spcAft>
              <a:buClr>
                <a:schemeClr val="dk1"/>
              </a:buClr>
              <a:buSzPts val="3000"/>
              <a:buNone/>
              <a:defRPr sz="2400">
                <a:latin typeface="Quantico"/>
                <a:ea typeface="Quantico"/>
                <a:cs typeface="Quantico"/>
                <a:sym typeface="Quantico"/>
              </a:defRPr>
            </a:lvl8pPr>
            <a:lvl9pPr lvl="8">
              <a:spcBef>
                <a:spcPts val="0"/>
              </a:spcBef>
              <a:spcAft>
                <a:spcPts val="0"/>
              </a:spcAft>
              <a:buClr>
                <a:schemeClr val="dk1"/>
              </a:buClr>
              <a:buSzPts val="3000"/>
              <a:buNone/>
              <a:defRPr sz="2400">
                <a:latin typeface="Quantico"/>
                <a:ea typeface="Quantico"/>
                <a:cs typeface="Quantico"/>
                <a:sym typeface="Quantico"/>
              </a:defRPr>
            </a:lvl9pPr>
          </a:lstStyle>
          <a:p/>
        </p:txBody>
      </p:sp>
      <p:sp>
        <p:nvSpPr>
          <p:cNvPr id="230" name="Google Shape;230;p19"/>
          <p:cNvSpPr txBox="1"/>
          <p:nvPr>
            <p:ph idx="17"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700"/>
              <a:buFont typeface="Lato"/>
              <a:buNone/>
              <a:defRPr sz="1600">
                <a:solidFill>
                  <a:schemeClr val="dk1"/>
                </a:solidFill>
              </a:defRPr>
            </a:lvl1pPr>
            <a:lvl2pPr lvl="1">
              <a:spcBef>
                <a:spcPts val="1000"/>
              </a:spcBef>
              <a:spcAft>
                <a:spcPts val="0"/>
              </a:spcAft>
              <a:buClr>
                <a:schemeClr val="dk1"/>
              </a:buClr>
              <a:buSzPts val="1700"/>
              <a:buFont typeface="Lato"/>
              <a:buNone/>
              <a:defRPr sz="1600">
                <a:solidFill>
                  <a:schemeClr val="dk1"/>
                </a:solidFill>
              </a:defRPr>
            </a:lvl2pPr>
            <a:lvl3pPr lvl="2">
              <a:spcBef>
                <a:spcPts val="1000"/>
              </a:spcBef>
              <a:spcAft>
                <a:spcPts val="0"/>
              </a:spcAft>
              <a:buClr>
                <a:schemeClr val="dk1"/>
              </a:buClr>
              <a:buSzPts val="1700"/>
              <a:buFont typeface="Lato"/>
              <a:buNone/>
              <a:defRPr sz="1600">
                <a:solidFill>
                  <a:schemeClr val="dk1"/>
                </a:solidFill>
              </a:defRPr>
            </a:lvl3pPr>
            <a:lvl4pPr lvl="3">
              <a:spcBef>
                <a:spcPts val="1000"/>
              </a:spcBef>
              <a:spcAft>
                <a:spcPts val="0"/>
              </a:spcAft>
              <a:buClr>
                <a:schemeClr val="dk1"/>
              </a:buClr>
              <a:buSzPts val="1700"/>
              <a:buFont typeface="Lato"/>
              <a:buNone/>
              <a:defRPr sz="1600">
                <a:solidFill>
                  <a:schemeClr val="dk1"/>
                </a:solidFill>
              </a:defRPr>
            </a:lvl4pPr>
            <a:lvl5pPr lvl="4">
              <a:spcBef>
                <a:spcPts val="1000"/>
              </a:spcBef>
              <a:spcAft>
                <a:spcPts val="0"/>
              </a:spcAft>
              <a:buClr>
                <a:schemeClr val="dk1"/>
              </a:buClr>
              <a:buSzPts val="1700"/>
              <a:buFont typeface="Lato"/>
              <a:buNone/>
              <a:defRPr sz="1600">
                <a:solidFill>
                  <a:schemeClr val="dk1"/>
                </a:solidFill>
              </a:defRPr>
            </a:lvl5pPr>
            <a:lvl6pPr lvl="5">
              <a:spcBef>
                <a:spcPts val="1000"/>
              </a:spcBef>
              <a:spcAft>
                <a:spcPts val="0"/>
              </a:spcAft>
              <a:buClr>
                <a:schemeClr val="dk1"/>
              </a:buClr>
              <a:buSzPts val="1700"/>
              <a:buFont typeface="Lato"/>
              <a:buNone/>
              <a:defRPr sz="1600">
                <a:solidFill>
                  <a:schemeClr val="dk1"/>
                </a:solidFill>
              </a:defRPr>
            </a:lvl6pPr>
            <a:lvl7pPr lvl="6">
              <a:spcBef>
                <a:spcPts val="1000"/>
              </a:spcBef>
              <a:spcAft>
                <a:spcPts val="0"/>
              </a:spcAft>
              <a:buClr>
                <a:schemeClr val="dk1"/>
              </a:buClr>
              <a:buSzPts val="1700"/>
              <a:buFont typeface="Lato"/>
              <a:buNone/>
              <a:defRPr sz="1600">
                <a:solidFill>
                  <a:schemeClr val="dk1"/>
                </a:solidFill>
              </a:defRPr>
            </a:lvl7pPr>
            <a:lvl8pPr lvl="7">
              <a:spcBef>
                <a:spcPts val="1000"/>
              </a:spcBef>
              <a:spcAft>
                <a:spcPts val="0"/>
              </a:spcAft>
              <a:buClr>
                <a:schemeClr val="dk1"/>
              </a:buClr>
              <a:buSzPts val="1700"/>
              <a:buFont typeface="Lato"/>
              <a:buNone/>
              <a:defRPr sz="1600">
                <a:solidFill>
                  <a:schemeClr val="dk1"/>
                </a:solidFill>
              </a:defRPr>
            </a:lvl8pPr>
            <a:lvl9pPr lvl="8">
              <a:spcBef>
                <a:spcPts val="1000"/>
              </a:spcBef>
              <a:spcAft>
                <a:spcPts val="1000"/>
              </a:spcAft>
              <a:buClr>
                <a:schemeClr val="dk1"/>
              </a:buClr>
              <a:buSzPts val="1700"/>
              <a:buFont typeface="Lato"/>
              <a:buNone/>
              <a:defRPr sz="1600">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4">
  <p:cSld name="CUSTOM_5_1_1_1_1">
    <p:bg>
      <p:bgPr>
        <a:solidFill>
          <a:schemeClr val="lt1"/>
        </a:solidFill>
      </p:bgPr>
    </p:bg>
    <p:spTree>
      <p:nvGrpSpPr>
        <p:cNvPr id="231" name="Shape 231"/>
        <p:cNvGrpSpPr/>
        <p:nvPr/>
      </p:nvGrpSpPr>
      <p:grpSpPr>
        <a:xfrm>
          <a:off x="0" y="0"/>
          <a:ext cx="0" cy="0"/>
          <a:chOff x="0" y="0"/>
          <a:chExt cx="0" cy="0"/>
        </a:xfrm>
      </p:grpSpPr>
      <p:sp>
        <p:nvSpPr>
          <p:cNvPr id="232" name="Google Shape;232;p20"/>
          <p:cNvSpPr txBox="1"/>
          <p:nvPr/>
        </p:nvSpPr>
        <p:spPr>
          <a:xfrm>
            <a:off x="8578200" y="4960647"/>
            <a:ext cx="281100" cy="1077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lang="en" sz="500">
                <a:solidFill>
                  <a:schemeClr val="dk2"/>
                </a:solidFill>
                <a:latin typeface="Lato"/>
                <a:ea typeface="Lato"/>
                <a:cs typeface="Lato"/>
                <a:sym typeface="Lato"/>
              </a:rPr>
              <a:t>‹#›</a:t>
            </a:fld>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p:txBody>
      </p:sp>
      <p:sp>
        <p:nvSpPr>
          <p:cNvPr id="233" name="Google Shape;233;p20"/>
          <p:cNvSpPr txBox="1"/>
          <p:nvPr>
            <p:ph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234" name="Google Shape;234;p20"/>
          <p:cNvSpPr txBox="1"/>
          <p:nvPr>
            <p:ph idx="1"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235" name="Google Shape;235;p20"/>
          <p:cNvSpPr txBox="1"/>
          <p:nvPr>
            <p:ph idx="2" type="title"/>
          </p:nvPr>
        </p:nvSpPr>
        <p:spPr>
          <a:xfrm>
            <a:off x="602600"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36" name="Google Shape;236;p20"/>
          <p:cNvSpPr txBox="1"/>
          <p:nvPr>
            <p:ph idx="3" type="body"/>
          </p:nvPr>
        </p:nvSpPr>
        <p:spPr>
          <a:xfrm>
            <a:off x="602600"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37" name="Google Shape;237;p20"/>
          <p:cNvSpPr txBox="1"/>
          <p:nvPr>
            <p:ph idx="4" type="title"/>
          </p:nvPr>
        </p:nvSpPr>
        <p:spPr>
          <a:xfrm>
            <a:off x="2253138"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38" name="Google Shape;238;p20"/>
          <p:cNvSpPr txBox="1"/>
          <p:nvPr>
            <p:ph idx="5" type="body"/>
          </p:nvPr>
        </p:nvSpPr>
        <p:spPr>
          <a:xfrm>
            <a:off x="2253138"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39" name="Google Shape;239;p20"/>
          <p:cNvSpPr txBox="1"/>
          <p:nvPr>
            <p:ph idx="6" type="title"/>
          </p:nvPr>
        </p:nvSpPr>
        <p:spPr>
          <a:xfrm>
            <a:off x="3903575"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40" name="Google Shape;240;p20"/>
          <p:cNvSpPr txBox="1"/>
          <p:nvPr>
            <p:ph idx="7" type="body"/>
          </p:nvPr>
        </p:nvSpPr>
        <p:spPr>
          <a:xfrm>
            <a:off x="3903575"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41" name="Google Shape;241;p20"/>
          <p:cNvSpPr txBox="1"/>
          <p:nvPr>
            <p:ph idx="8" type="title"/>
          </p:nvPr>
        </p:nvSpPr>
        <p:spPr>
          <a:xfrm>
            <a:off x="5554050"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42" name="Google Shape;242;p20"/>
          <p:cNvSpPr txBox="1"/>
          <p:nvPr>
            <p:ph idx="9" type="body"/>
          </p:nvPr>
        </p:nvSpPr>
        <p:spPr>
          <a:xfrm>
            <a:off x="5554050"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43" name="Google Shape;243;p20"/>
          <p:cNvSpPr txBox="1"/>
          <p:nvPr>
            <p:ph idx="13" type="title"/>
          </p:nvPr>
        </p:nvSpPr>
        <p:spPr>
          <a:xfrm>
            <a:off x="7204500"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44" name="Google Shape;244;p20"/>
          <p:cNvSpPr txBox="1"/>
          <p:nvPr>
            <p:ph idx="14" type="body"/>
          </p:nvPr>
        </p:nvSpPr>
        <p:spPr>
          <a:xfrm>
            <a:off x="7204500"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CUSTOM_3">
    <p:bg>
      <p:bgPr>
        <a:solidFill>
          <a:schemeClr val="accent4"/>
        </a:solidFill>
      </p:bgPr>
    </p:bg>
    <p:spTree>
      <p:nvGrpSpPr>
        <p:cNvPr id="245" name="Shape 245"/>
        <p:cNvGrpSpPr/>
        <p:nvPr/>
      </p:nvGrpSpPr>
      <p:grpSpPr>
        <a:xfrm>
          <a:off x="0" y="0"/>
          <a:ext cx="0" cy="0"/>
          <a:chOff x="0" y="0"/>
          <a:chExt cx="0" cy="0"/>
        </a:xfrm>
      </p:grpSpPr>
      <p:sp>
        <p:nvSpPr>
          <p:cNvPr id="246" name="Google Shape;246;p21"/>
          <p:cNvSpPr/>
          <p:nvPr/>
        </p:nvSpPr>
        <p:spPr>
          <a:xfrm>
            <a:off x="0" y="0"/>
            <a:ext cx="5521500" cy="5143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47" name="Google Shape;247;p21"/>
          <p:cNvSpPr txBox="1"/>
          <p:nvPr>
            <p:ph idx="1" type="subTitle"/>
          </p:nvPr>
        </p:nvSpPr>
        <p:spPr>
          <a:xfrm>
            <a:off x="462950" y="41990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700"/>
              <a:buFont typeface="Lato"/>
              <a:buNone/>
              <a:defRPr sz="1600">
                <a:solidFill>
                  <a:schemeClr val="dk1"/>
                </a:solidFill>
              </a:defRPr>
            </a:lvl1pPr>
            <a:lvl2pPr lvl="1">
              <a:spcBef>
                <a:spcPts val="1000"/>
              </a:spcBef>
              <a:spcAft>
                <a:spcPts val="0"/>
              </a:spcAft>
              <a:buClr>
                <a:schemeClr val="dk1"/>
              </a:buClr>
              <a:buSzPts val="1700"/>
              <a:buFont typeface="Lato"/>
              <a:buNone/>
              <a:defRPr sz="1600">
                <a:solidFill>
                  <a:schemeClr val="dk1"/>
                </a:solidFill>
              </a:defRPr>
            </a:lvl2pPr>
            <a:lvl3pPr lvl="2">
              <a:spcBef>
                <a:spcPts val="1000"/>
              </a:spcBef>
              <a:spcAft>
                <a:spcPts val="0"/>
              </a:spcAft>
              <a:buClr>
                <a:schemeClr val="dk1"/>
              </a:buClr>
              <a:buSzPts val="1700"/>
              <a:buFont typeface="Lato"/>
              <a:buNone/>
              <a:defRPr sz="1600">
                <a:solidFill>
                  <a:schemeClr val="dk1"/>
                </a:solidFill>
              </a:defRPr>
            </a:lvl3pPr>
            <a:lvl4pPr lvl="3">
              <a:spcBef>
                <a:spcPts val="1000"/>
              </a:spcBef>
              <a:spcAft>
                <a:spcPts val="0"/>
              </a:spcAft>
              <a:buClr>
                <a:schemeClr val="dk1"/>
              </a:buClr>
              <a:buSzPts val="1700"/>
              <a:buFont typeface="Lato"/>
              <a:buNone/>
              <a:defRPr sz="1600">
                <a:solidFill>
                  <a:schemeClr val="dk1"/>
                </a:solidFill>
              </a:defRPr>
            </a:lvl4pPr>
            <a:lvl5pPr lvl="4">
              <a:spcBef>
                <a:spcPts val="1000"/>
              </a:spcBef>
              <a:spcAft>
                <a:spcPts val="0"/>
              </a:spcAft>
              <a:buClr>
                <a:schemeClr val="dk1"/>
              </a:buClr>
              <a:buSzPts val="1700"/>
              <a:buFont typeface="Lato"/>
              <a:buNone/>
              <a:defRPr sz="1600">
                <a:solidFill>
                  <a:schemeClr val="dk1"/>
                </a:solidFill>
              </a:defRPr>
            </a:lvl5pPr>
            <a:lvl6pPr lvl="5">
              <a:spcBef>
                <a:spcPts val="1000"/>
              </a:spcBef>
              <a:spcAft>
                <a:spcPts val="0"/>
              </a:spcAft>
              <a:buClr>
                <a:schemeClr val="dk1"/>
              </a:buClr>
              <a:buSzPts val="1700"/>
              <a:buFont typeface="Lato"/>
              <a:buNone/>
              <a:defRPr sz="1600">
                <a:solidFill>
                  <a:schemeClr val="dk1"/>
                </a:solidFill>
              </a:defRPr>
            </a:lvl6pPr>
            <a:lvl7pPr lvl="6">
              <a:spcBef>
                <a:spcPts val="1000"/>
              </a:spcBef>
              <a:spcAft>
                <a:spcPts val="0"/>
              </a:spcAft>
              <a:buClr>
                <a:schemeClr val="dk1"/>
              </a:buClr>
              <a:buSzPts val="1700"/>
              <a:buFont typeface="Lato"/>
              <a:buNone/>
              <a:defRPr sz="1600">
                <a:solidFill>
                  <a:schemeClr val="dk1"/>
                </a:solidFill>
              </a:defRPr>
            </a:lvl7pPr>
            <a:lvl8pPr lvl="7">
              <a:spcBef>
                <a:spcPts val="1000"/>
              </a:spcBef>
              <a:spcAft>
                <a:spcPts val="0"/>
              </a:spcAft>
              <a:buClr>
                <a:schemeClr val="dk1"/>
              </a:buClr>
              <a:buSzPts val="1700"/>
              <a:buFont typeface="Lato"/>
              <a:buNone/>
              <a:defRPr sz="1600">
                <a:solidFill>
                  <a:schemeClr val="dk1"/>
                </a:solidFill>
              </a:defRPr>
            </a:lvl8pPr>
            <a:lvl9pPr lvl="8">
              <a:spcBef>
                <a:spcPts val="1000"/>
              </a:spcBef>
              <a:spcAft>
                <a:spcPts val="1000"/>
              </a:spcAft>
              <a:buClr>
                <a:schemeClr val="dk1"/>
              </a:buClr>
              <a:buSzPts val="1700"/>
              <a:buFont typeface="Lato"/>
              <a:buNone/>
              <a:defRPr sz="1600">
                <a:solidFill>
                  <a:schemeClr val="dk1"/>
                </a:solidFill>
              </a:defRPr>
            </a:lvl9pPr>
          </a:lstStyle>
          <a:p/>
        </p:txBody>
      </p:sp>
      <p:sp>
        <p:nvSpPr>
          <p:cNvPr id="248" name="Google Shape;248;p21"/>
          <p:cNvSpPr txBox="1"/>
          <p:nvPr>
            <p:ph type="title"/>
          </p:nvPr>
        </p:nvSpPr>
        <p:spPr>
          <a:xfrm>
            <a:off x="459325" y="1827800"/>
            <a:ext cx="3977700" cy="61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2800"/>
              <a:buNone/>
              <a:defRPr sz="1000">
                <a:latin typeface="Lato"/>
                <a:ea typeface="Lato"/>
                <a:cs typeface="Lato"/>
                <a:sym typeface="Lato"/>
              </a:defRPr>
            </a:lvl1pPr>
            <a:lvl2pPr lvl="1">
              <a:lnSpc>
                <a:spcPct val="100000"/>
              </a:lnSpc>
              <a:spcBef>
                <a:spcPts val="0"/>
              </a:spcBef>
              <a:spcAft>
                <a:spcPts val="0"/>
              </a:spcAft>
              <a:buClr>
                <a:schemeClr val="dk1"/>
              </a:buClr>
              <a:buSzPts val="2800"/>
              <a:buNone/>
              <a:defRPr sz="1000">
                <a:latin typeface="Lato"/>
                <a:ea typeface="Lato"/>
                <a:cs typeface="Lato"/>
                <a:sym typeface="Lato"/>
              </a:defRPr>
            </a:lvl2pPr>
            <a:lvl3pPr lvl="2">
              <a:lnSpc>
                <a:spcPct val="100000"/>
              </a:lnSpc>
              <a:spcBef>
                <a:spcPts val="0"/>
              </a:spcBef>
              <a:spcAft>
                <a:spcPts val="0"/>
              </a:spcAft>
              <a:buClr>
                <a:schemeClr val="dk1"/>
              </a:buClr>
              <a:buSzPts val="2800"/>
              <a:buNone/>
              <a:defRPr sz="1000">
                <a:latin typeface="Lato"/>
                <a:ea typeface="Lato"/>
                <a:cs typeface="Lato"/>
                <a:sym typeface="Lato"/>
              </a:defRPr>
            </a:lvl3pPr>
            <a:lvl4pPr lvl="3">
              <a:lnSpc>
                <a:spcPct val="100000"/>
              </a:lnSpc>
              <a:spcBef>
                <a:spcPts val="0"/>
              </a:spcBef>
              <a:spcAft>
                <a:spcPts val="0"/>
              </a:spcAft>
              <a:buClr>
                <a:schemeClr val="dk1"/>
              </a:buClr>
              <a:buSzPts val="2800"/>
              <a:buNone/>
              <a:defRPr sz="1000">
                <a:latin typeface="Lato"/>
                <a:ea typeface="Lato"/>
                <a:cs typeface="Lato"/>
                <a:sym typeface="Lato"/>
              </a:defRPr>
            </a:lvl4pPr>
            <a:lvl5pPr lvl="4">
              <a:lnSpc>
                <a:spcPct val="100000"/>
              </a:lnSpc>
              <a:spcBef>
                <a:spcPts val="0"/>
              </a:spcBef>
              <a:spcAft>
                <a:spcPts val="0"/>
              </a:spcAft>
              <a:buClr>
                <a:schemeClr val="dk1"/>
              </a:buClr>
              <a:buSzPts val="2800"/>
              <a:buNone/>
              <a:defRPr sz="1000">
                <a:latin typeface="Lato"/>
                <a:ea typeface="Lato"/>
                <a:cs typeface="Lato"/>
                <a:sym typeface="Lato"/>
              </a:defRPr>
            </a:lvl5pPr>
            <a:lvl6pPr lvl="5">
              <a:lnSpc>
                <a:spcPct val="100000"/>
              </a:lnSpc>
              <a:spcBef>
                <a:spcPts val="0"/>
              </a:spcBef>
              <a:spcAft>
                <a:spcPts val="0"/>
              </a:spcAft>
              <a:buClr>
                <a:schemeClr val="dk1"/>
              </a:buClr>
              <a:buSzPts val="2800"/>
              <a:buNone/>
              <a:defRPr sz="1000">
                <a:latin typeface="Lato"/>
                <a:ea typeface="Lato"/>
                <a:cs typeface="Lato"/>
                <a:sym typeface="Lato"/>
              </a:defRPr>
            </a:lvl6pPr>
            <a:lvl7pPr lvl="6">
              <a:lnSpc>
                <a:spcPct val="100000"/>
              </a:lnSpc>
              <a:spcBef>
                <a:spcPts val="0"/>
              </a:spcBef>
              <a:spcAft>
                <a:spcPts val="0"/>
              </a:spcAft>
              <a:buClr>
                <a:schemeClr val="dk1"/>
              </a:buClr>
              <a:buSzPts val="2800"/>
              <a:buNone/>
              <a:defRPr sz="1000">
                <a:latin typeface="Lato"/>
                <a:ea typeface="Lato"/>
                <a:cs typeface="Lato"/>
                <a:sym typeface="Lato"/>
              </a:defRPr>
            </a:lvl7pPr>
            <a:lvl8pPr lvl="7">
              <a:lnSpc>
                <a:spcPct val="100000"/>
              </a:lnSpc>
              <a:spcBef>
                <a:spcPts val="0"/>
              </a:spcBef>
              <a:spcAft>
                <a:spcPts val="0"/>
              </a:spcAft>
              <a:buClr>
                <a:schemeClr val="dk1"/>
              </a:buClr>
              <a:buSzPts val="2800"/>
              <a:buNone/>
              <a:defRPr sz="1000">
                <a:latin typeface="Lato"/>
                <a:ea typeface="Lato"/>
                <a:cs typeface="Lato"/>
                <a:sym typeface="Lato"/>
              </a:defRPr>
            </a:lvl8pPr>
            <a:lvl9pPr lvl="8">
              <a:lnSpc>
                <a:spcPct val="100000"/>
              </a:lnSpc>
              <a:spcBef>
                <a:spcPts val="0"/>
              </a:spcBef>
              <a:spcAft>
                <a:spcPts val="0"/>
              </a:spcAft>
              <a:buClr>
                <a:schemeClr val="dk1"/>
              </a:buClr>
              <a:buSzPts val="2800"/>
              <a:buNone/>
              <a:defRPr sz="1000">
                <a:latin typeface="Lato"/>
                <a:ea typeface="Lato"/>
                <a:cs typeface="Lato"/>
                <a:sym typeface="Lato"/>
              </a:defRPr>
            </a:lvl9pPr>
          </a:lstStyle>
          <a:p/>
        </p:txBody>
      </p:sp>
      <p:sp>
        <p:nvSpPr>
          <p:cNvPr id="249" name="Google Shape;249;p21"/>
          <p:cNvSpPr txBox="1"/>
          <p:nvPr>
            <p:ph idx="2" type="title"/>
          </p:nvPr>
        </p:nvSpPr>
        <p:spPr>
          <a:xfrm>
            <a:off x="642250" y="2940425"/>
            <a:ext cx="19275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400"/>
              <a:buNone/>
              <a:defRPr b="1" sz="1400"/>
            </a:lvl1pPr>
            <a:lvl2pPr lvl="1">
              <a:spcBef>
                <a:spcPts val="0"/>
              </a:spcBef>
              <a:spcAft>
                <a:spcPts val="0"/>
              </a:spcAft>
              <a:buClr>
                <a:schemeClr val="dk1"/>
              </a:buClr>
              <a:buSzPts val="1400"/>
              <a:buNone/>
              <a:defRPr b="1" sz="1400">
                <a:latin typeface="Quantico"/>
                <a:ea typeface="Quantico"/>
                <a:cs typeface="Quantico"/>
                <a:sym typeface="Quantico"/>
              </a:defRPr>
            </a:lvl2pPr>
            <a:lvl3pPr lvl="2">
              <a:spcBef>
                <a:spcPts val="0"/>
              </a:spcBef>
              <a:spcAft>
                <a:spcPts val="0"/>
              </a:spcAft>
              <a:buClr>
                <a:schemeClr val="dk1"/>
              </a:buClr>
              <a:buSzPts val="1400"/>
              <a:buNone/>
              <a:defRPr b="1" sz="1400">
                <a:latin typeface="Quantico"/>
                <a:ea typeface="Quantico"/>
                <a:cs typeface="Quantico"/>
                <a:sym typeface="Quantico"/>
              </a:defRPr>
            </a:lvl3pPr>
            <a:lvl4pPr lvl="3">
              <a:spcBef>
                <a:spcPts val="0"/>
              </a:spcBef>
              <a:spcAft>
                <a:spcPts val="0"/>
              </a:spcAft>
              <a:buClr>
                <a:schemeClr val="dk1"/>
              </a:buClr>
              <a:buSzPts val="1400"/>
              <a:buNone/>
              <a:defRPr b="1" sz="1400">
                <a:latin typeface="Quantico"/>
                <a:ea typeface="Quantico"/>
                <a:cs typeface="Quantico"/>
                <a:sym typeface="Quantico"/>
              </a:defRPr>
            </a:lvl4pPr>
            <a:lvl5pPr lvl="4">
              <a:spcBef>
                <a:spcPts val="0"/>
              </a:spcBef>
              <a:spcAft>
                <a:spcPts val="0"/>
              </a:spcAft>
              <a:buClr>
                <a:schemeClr val="dk1"/>
              </a:buClr>
              <a:buSzPts val="1400"/>
              <a:buNone/>
              <a:defRPr b="1" sz="1400">
                <a:latin typeface="Quantico"/>
                <a:ea typeface="Quantico"/>
                <a:cs typeface="Quantico"/>
                <a:sym typeface="Quantico"/>
              </a:defRPr>
            </a:lvl5pPr>
            <a:lvl6pPr lvl="5">
              <a:spcBef>
                <a:spcPts val="0"/>
              </a:spcBef>
              <a:spcAft>
                <a:spcPts val="0"/>
              </a:spcAft>
              <a:buClr>
                <a:schemeClr val="dk1"/>
              </a:buClr>
              <a:buSzPts val="1400"/>
              <a:buNone/>
              <a:defRPr b="1" sz="1400">
                <a:latin typeface="Quantico"/>
                <a:ea typeface="Quantico"/>
                <a:cs typeface="Quantico"/>
                <a:sym typeface="Quantico"/>
              </a:defRPr>
            </a:lvl6pPr>
            <a:lvl7pPr lvl="6">
              <a:spcBef>
                <a:spcPts val="0"/>
              </a:spcBef>
              <a:spcAft>
                <a:spcPts val="0"/>
              </a:spcAft>
              <a:buClr>
                <a:schemeClr val="dk1"/>
              </a:buClr>
              <a:buSzPts val="1400"/>
              <a:buNone/>
              <a:defRPr b="1" sz="1400">
                <a:latin typeface="Quantico"/>
                <a:ea typeface="Quantico"/>
                <a:cs typeface="Quantico"/>
                <a:sym typeface="Quantico"/>
              </a:defRPr>
            </a:lvl7pPr>
            <a:lvl8pPr lvl="7">
              <a:spcBef>
                <a:spcPts val="0"/>
              </a:spcBef>
              <a:spcAft>
                <a:spcPts val="0"/>
              </a:spcAft>
              <a:buClr>
                <a:schemeClr val="dk1"/>
              </a:buClr>
              <a:buSzPts val="1400"/>
              <a:buNone/>
              <a:defRPr b="1" sz="1400">
                <a:latin typeface="Quantico"/>
                <a:ea typeface="Quantico"/>
                <a:cs typeface="Quantico"/>
                <a:sym typeface="Quantico"/>
              </a:defRPr>
            </a:lvl8pPr>
            <a:lvl9pPr lvl="8">
              <a:spcBef>
                <a:spcPts val="0"/>
              </a:spcBef>
              <a:spcAft>
                <a:spcPts val="0"/>
              </a:spcAft>
              <a:buClr>
                <a:schemeClr val="dk1"/>
              </a:buClr>
              <a:buSzPts val="1400"/>
              <a:buNone/>
              <a:defRPr b="1" sz="1400">
                <a:latin typeface="Quantico"/>
                <a:ea typeface="Quantico"/>
                <a:cs typeface="Quantico"/>
                <a:sym typeface="Quantico"/>
              </a:defRPr>
            </a:lvl9pPr>
          </a:lstStyle>
          <a:p/>
        </p:txBody>
      </p:sp>
      <p:sp>
        <p:nvSpPr>
          <p:cNvPr id="250" name="Google Shape;250;p21"/>
          <p:cNvSpPr txBox="1"/>
          <p:nvPr>
            <p:ph idx="3" type="title"/>
          </p:nvPr>
        </p:nvSpPr>
        <p:spPr>
          <a:xfrm>
            <a:off x="639625" y="3619500"/>
            <a:ext cx="2212500" cy="11133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2800"/>
              <a:buNone/>
              <a:defRPr sz="1000">
                <a:latin typeface="Lato"/>
                <a:ea typeface="Lato"/>
                <a:cs typeface="Lato"/>
                <a:sym typeface="Lato"/>
              </a:defRPr>
            </a:lvl1pPr>
            <a:lvl2pPr lvl="1">
              <a:lnSpc>
                <a:spcPct val="150000"/>
              </a:lnSpc>
              <a:spcBef>
                <a:spcPts val="0"/>
              </a:spcBef>
              <a:spcAft>
                <a:spcPts val="0"/>
              </a:spcAft>
              <a:buClr>
                <a:schemeClr val="dk1"/>
              </a:buClr>
              <a:buSzPts val="2800"/>
              <a:buNone/>
              <a:defRPr sz="1000">
                <a:latin typeface="Lato"/>
                <a:ea typeface="Lato"/>
                <a:cs typeface="Lato"/>
                <a:sym typeface="Lato"/>
              </a:defRPr>
            </a:lvl2pPr>
            <a:lvl3pPr lvl="2">
              <a:lnSpc>
                <a:spcPct val="150000"/>
              </a:lnSpc>
              <a:spcBef>
                <a:spcPts val="0"/>
              </a:spcBef>
              <a:spcAft>
                <a:spcPts val="0"/>
              </a:spcAft>
              <a:buClr>
                <a:schemeClr val="dk1"/>
              </a:buClr>
              <a:buSzPts val="2800"/>
              <a:buNone/>
              <a:defRPr sz="1000">
                <a:latin typeface="Lato"/>
                <a:ea typeface="Lato"/>
                <a:cs typeface="Lato"/>
                <a:sym typeface="Lato"/>
              </a:defRPr>
            </a:lvl3pPr>
            <a:lvl4pPr lvl="3">
              <a:lnSpc>
                <a:spcPct val="150000"/>
              </a:lnSpc>
              <a:spcBef>
                <a:spcPts val="0"/>
              </a:spcBef>
              <a:spcAft>
                <a:spcPts val="0"/>
              </a:spcAft>
              <a:buClr>
                <a:schemeClr val="dk1"/>
              </a:buClr>
              <a:buSzPts val="2800"/>
              <a:buNone/>
              <a:defRPr sz="1000">
                <a:latin typeface="Lato"/>
                <a:ea typeface="Lato"/>
                <a:cs typeface="Lato"/>
                <a:sym typeface="Lato"/>
              </a:defRPr>
            </a:lvl4pPr>
            <a:lvl5pPr lvl="4">
              <a:lnSpc>
                <a:spcPct val="150000"/>
              </a:lnSpc>
              <a:spcBef>
                <a:spcPts val="0"/>
              </a:spcBef>
              <a:spcAft>
                <a:spcPts val="0"/>
              </a:spcAft>
              <a:buClr>
                <a:schemeClr val="dk1"/>
              </a:buClr>
              <a:buSzPts val="2800"/>
              <a:buNone/>
              <a:defRPr sz="1000">
                <a:latin typeface="Lato"/>
                <a:ea typeface="Lato"/>
                <a:cs typeface="Lato"/>
                <a:sym typeface="Lato"/>
              </a:defRPr>
            </a:lvl5pPr>
            <a:lvl6pPr lvl="5">
              <a:lnSpc>
                <a:spcPct val="150000"/>
              </a:lnSpc>
              <a:spcBef>
                <a:spcPts val="0"/>
              </a:spcBef>
              <a:spcAft>
                <a:spcPts val="0"/>
              </a:spcAft>
              <a:buClr>
                <a:schemeClr val="dk1"/>
              </a:buClr>
              <a:buSzPts val="2800"/>
              <a:buNone/>
              <a:defRPr sz="1000">
                <a:latin typeface="Lato"/>
                <a:ea typeface="Lato"/>
                <a:cs typeface="Lato"/>
                <a:sym typeface="Lato"/>
              </a:defRPr>
            </a:lvl6pPr>
            <a:lvl7pPr lvl="6">
              <a:lnSpc>
                <a:spcPct val="150000"/>
              </a:lnSpc>
              <a:spcBef>
                <a:spcPts val="0"/>
              </a:spcBef>
              <a:spcAft>
                <a:spcPts val="0"/>
              </a:spcAft>
              <a:buClr>
                <a:schemeClr val="dk1"/>
              </a:buClr>
              <a:buSzPts val="2800"/>
              <a:buNone/>
              <a:defRPr sz="1000">
                <a:latin typeface="Lato"/>
                <a:ea typeface="Lato"/>
                <a:cs typeface="Lato"/>
                <a:sym typeface="Lato"/>
              </a:defRPr>
            </a:lvl7pPr>
            <a:lvl8pPr lvl="7">
              <a:lnSpc>
                <a:spcPct val="150000"/>
              </a:lnSpc>
              <a:spcBef>
                <a:spcPts val="0"/>
              </a:spcBef>
              <a:spcAft>
                <a:spcPts val="0"/>
              </a:spcAft>
              <a:buClr>
                <a:schemeClr val="dk1"/>
              </a:buClr>
              <a:buSzPts val="2800"/>
              <a:buNone/>
              <a:defRPr sz="1000">
                <a:latin typeface="Lato"/>
                <a:ea typeface="Lato"/>
                <a:cs typeface="Lato"/>
                <a:sym typeface="Lato"/>
              </a:defRPr>
            </a:lvl8pPr>
            <a:lvl9pPr lvl="8">
              <a:lnSpc>
                <a:spcPct val="150000"/>
              </a:lnSpc>
              <a:spcBef>
                <a:spcPts val="0"/>
              </a:spcBef>
              <a:spcAft>
                <a:spcPts val="0"/>
              </a:spcAft>
              <a:buClr>
                <a:schemeClr val="dk1"/>
              </a:buClr>
              <a:buSzPts val="2800"/>
              <a:buNone/>
              <a:defRPr sz="1000">
                <a:latin typeface="Lato"/>
                <a:ea typeface="Lato"/>
                <a:cs typeface="Lato"/>
                <a:sym typeface="Lato"/>
              </a:defRPr>
            </a:lvl9pPr>
          </a:lstStyle>
          <a:p/>
        </p:txBody>
      </p:sp>
      <p:sp>
        <p:nvSpPr>
          <p:cNvPr id="251" name="Google Shape;251;p21"/>
          <p:cNvSpPr txBox="1"/>
          <p:nvPr>
            <p:ph idx="4" type="title"/>
          </p:nvPr>
        </p:nvSpPr>
        <p:spPr>
          <a:xfrm>
            <a:off x="3222225" y="2940425"/>
            <a:ext cx="19275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400"/>
              <a:buNone/>
              <a:defRPr b="1" sz="1400"/>
            </a:lvl1pPr>
            <a:lvl2pPr lvl="1">
              <a:spcBef>
                <a:spcPts val="0"/>
              </a:spcBef>
              <a:spcAft>
                <a:spcPts val="0"/>
              </a:spcAft>
              <a:buClr>
                <a:schemeClr val="dk1"/>
              </a:buClr>
              <a:buSzPts val="1400"/>
              <a:buNone/>
              <a:defRPr b="1" sz="1400">
                <a:latin typeface="Quantico"/>
                <a:ea typeface="Quantico"/>
                <a:cs typeface="Quantico"/>
                <a:sym typeface="Quantico"/>
              </a:defRPr>
            </a:lvl2pPr>
            <a:lvl3pPr lvl="2">
              <a:spcBef>
                <a:spcPts val="0"/>
              </a:spcBef>
              <a:spcAft>
                <a:spcPts val="0"/>
              </a:spcAft>
              <a:buClr>
                <a:schemeClr val="dk1"/>
              </a:buClr>
              <a:buSzPts val="1400"/>
              <a:buNone/>
              <a:defRPr b="1" sz="1400">
                <a:latin typeface="Quantico"/>
                <a:ea typeface="Quantico"/>
                <a:cs typeface="Quantico"/>
                <a:sym typeface="Quantico"/>
              </a:defRPr>
            </a:lvl3pPr>
            <a:lvl4pPr lvl="3">
              <a:spcBef>
                <a:spcPts val="0"/>
              </a:spcBef>
              <a:spcAft>
                <a:spcPts val="0"/>
              </a:spcAft>
              <a:buClr>
                <a:schemeClr val="dk1"/>
              </a:buClr>
              <a:buSzPts val="1400"/>
              <a:buNone/>
              <a:defRPr b="1" sz="1400">
                <a:latin typeface="Quantico"/>
                <a:ea typeface="Quantico"/>
                <a:cs typeface="Quantico"/>
                <a:sym typeface="Quantico"/>
              </a:defRPr>
            </a:lvl4pPr>
            <a:lvl5pPr lvl="4">
              <a:spcBef>
                <a:spcPts val="0"/>
              </a:spcBef>
              <a:spcAft>
                <a:spcPts val="0"/>
              </a:spcAft>
              <a:buClr>
                <a:schemeClr val="dk1"/>
              </a:buClr>
              <a:buSzPts val="1400"/>
              <a:buNone/>
              <a:defRPr b="1" sz="1400">
                <a:latin typeface="Quantico"/>
                <a:ea typeface="Quantico"/>
                <a:cs typeface="Quantico"/>
                <a:sym typeface="Quantico"/>
              </a:defRPr>
            </a:lvl5pPr>
            <a:lvl6pPr lvl="5">
              <a:spcBef>
                <a:spcPts val="0"/>
              </a:spcBef>
              <a:spcAft>
                <a:spcPts val="0"/>
              </a:spcAft>
              <a:buClr>
                <a:schemeClr val="dk1"/>
              </a:buClr>
              <a:buSzPts val="1400"/>
              <a:buNone/>
              <a:defRPr b="1" sz="1400">
                <a:latin typeface="Quantico"/>
                <a:ea typeface="Quantico"/>
                <a:cs typeface="Quantico"/>
                <a:sym typeface="Quantico"/>
              </a:defRPr>
            </a:lvl6pPr>
            <a:lvl7pPr lvl="6">
              <a:spcBef>
                <a:spcPts val="0"/>
              </a:spcBef>
              <a:spcAft>
                <a:spcPts val="0"/>
              </a:spcAft>
              <a:buClr>
                <a:schemeClr val="dk1"/>
              </a:buClr>
              <a:buSzPts val="1400"/>
              <a:buNone/>
              <a:defRPr b="1" sz="1400">
                <a:latin typeface="Quantico"/>
                <a:ea typeface="Quantico"/>
                <a:cs typeface="Quantico"/>
                <a:sym typeface="Quantico"/>
              </a:defRPr>
            </a:lvl7pPr>
            <a:lvl8pPr lvl="7">
              <a:spcBef>
                <a:spcPts val="0"/>
              </a:spcBef>
              <a:spcAft>
                <a:spcPts val="0"/>
              </a:spcAft>
              <a:buClr>
                <a:schemeClr val="dk1"/>
              </a:buClr>
              <a:buSzPts val="1400"/>
              <a:buNone/>
              <a:defRPr b="1" sz="1400">
                <a:latin typeface="Quantico"/>
                <a:ea typeface="Quantico"/>
                <a:cs typeface="Quantico"/>
                <a:sym typeface="Quantico"/>
              </a:defRPr>
            </a:lvl8pPr>
            <a:lvl9pPr lvl="8">
              <a:spcBef>
                <a:spcPts val="0"/>
              </a:spcBef>
              <a:spcAft>
                <a:spcPts val="0"/>
              </a:spcAft>
              <a:buClr>
                <a:schemeClr val="dk1"/>
              </a:buClr>
              <a:buSzPts val="1400"/>
              <a:buNone/>
              <a:defRPr b="1" sz="1400">
                <a:latin typeface="Quantico"/>
                <a:ea typeface="Quantico"/>
                <a:cs typeface="Quantico"/>
                <a:sym typeface="Quantico"/>
              </a:defRPr>
            </a:lvl9pPr>
          </a:lstStyle>
          <a:p/>
        </p:txBody>
      </p:sp>
      <p:sp>
        <p:nvSpPr>
          <p:cNvPr id="252" name="Google Shape;252;p21"/>
          <p:cNvSpPr txBox="1"/>
          <p:nvPr>
            <p:ph idx="5" type="title"/>
          </p:nvPr>
        </p:nvSpPr>
        <p:spPr>
          <a:xfrm>
            <a:off x="3219600" y="3619500"/>
            <a:ext cx="2212500" cy="11133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2800"/>
              <a:buNone/>
              <a:defRPr sz="1000">
                <a:latin typeface="Lato"/>
                <a:ea typeface="Lato"/>
                <a:cs typeface="Lato"/>
                <a:sym typeface="Lato"/>
              </a:defRPr>
            </a:lvl1pPr>
            <a:lvl2pPr lvl="1">
              <a:lnSpc>
                <a:spcPct val="150000"/>
              </a:lnSpc>
              <a:spcBef>
                <a:spcPts val="0"/>
              </a:spcBef>
              <a:spcAft>
                <a:spcPts val="0"/>
              </a:spcAft>
              <a:buClr>
                <a:schemeClr val="dk1"/>
              </a:buClr>
              <a:buSzPts val="2800"/>
              <a:buNone/>
              <a:defRPr sz="1000">
                <a:latin typeface="Lato"/>
                <a:ea typeface="Lato"/>
                <a:cs typeface="Lato"/>
                <a:sym typeface="Lato"/>
              </a:defRPr>
            </a:lvl2pPr>
            <a:lvl3pPr lvl="2">
              <a:lnSpc>
                <a:spcPct val="150000"/>
              </a:lnSpc>
              <a:spcBef>
                <a:spcPts val="0"/>
              </a:spcBef>
              <a:spcAft>
                <a:spcPts val="0"/>
              </a:spcAft>
              <a:buClr>
                <a:schemeClr val="dk1"/>
              </a:buClr>
              <a:buSzPts val="2800"/>
              <a:buNone/>
              <a:defRPr sz="1000">
                <a:latin typeface="Lato"/>
                <a:ea typeface="Lato"/>
                <a:cs typeface="Lato"/>
                <a:sym typeface="Lato"/>
              </a:defRPr>
            </a:lvl3pPr>
            <a:lvl4pPr lvl="3">
              <a:lnSpc>
                <a:spcPct val="150000"/>
              </a:lnSpc>
              <a:spcBef>
                <a:spcPts val="0"/>
              </a:spcBef>
              <a:spcAft>
                <a:spcPts val="0"/>
              </a:spcAft>
              <a:buClr>
                <a:schemeClr val="dk1"/>
              </a:buClr>
              <a:buSzPts val="2800"/>
              <a:buNone/>
              <a:defRPr sz="1000">
                <a:latin typeface="Lato"/>
                <a:ea typeface="Lato"/>
                <a:cs typeface="Lato"/>
                <a:sym typeface="Lato"/>
              </a:defRPr>
            </a:lvl4pPr>
            <a:lvl5pPr lvl="4">
              <a:lnSpc>
                <a:spcPct val="150000"/>
              </a:lnSpc>
              <a:spcBef>
                <a:spcPts val="0"/>
              </a:spcBef>
              <a:spcAft>
                <a:spcPts val="0"/>
              </a:spcAft>
              <a:buClr>
                <a:schemeClr val="dk1"/>
              </a:buClr>
              <a:buSzPts val="2800"/>
              <a:buNone/>
              <a:defRPr sz="1000">
                <a:latin typeface="Lato"/>
                <a:ea typeface="Lato"/>
                <a:cs typeface="Lato"/>
                <a:sym typeface="Lato"/>
              </a:defRPr>
            </a:lvl5pPr>
            <a:lvl6pPr lvl="5">
              <a:lnSpc>
                <a:spcPct val="150000"/>
              </a:lnSpc>
              <a:spcBef>
                <a:spcPts val="0"/>
              </a:spcBef>
              <a:spcAft>
                <a:spcPts val="0"/>
              </a:spcAft>
              <a:buClr>
                <a:schemeClr val="dk1"/>
              </a:buClr>
              <a:buSzPts val="2800"/>
              <a:buNone/>
              <a:defRPr sz="1000">
                <a:latin typeface="Lato"/>
                <a:ea typeface="Lato"/>
                <a:cs typeface="Lato"/>
                <a:sym typeface="Lato"/>
              </a:defRPr>
            </a:lvl6pPr>
            <a:lvl7pPr lvl="6">
              <a:lnSpc>
                <a:spcPct val="150000"/>
              </a:lnSpc>
              <a:spcBef>
                <a:spcPts val="0"/>
              </a:spcBef>
              <a:spcAft>
                <a:spcPts val="0"/>
              </a:spcAft>
              <a:buClr>
                <a:schemeClr val="dk1"/>
              </a:buClr>
              <a:buSzPts val="2800"/>
              <a:buNone/>
              <a:defRPr sz="1000">
                <a:latin typeface="Lato"/>
                <a:ea typeface="Lato"/>
                <a:cs typeface="Lato"/>
                <a:sym typeface="Lato"/>
              </a:defRPr>
            </a:lvl7pPr>
            <a:lvl8pPr lvl="7">
              <a:lnSpc>
                <a:spcPct val="150000"/>
              </a:lnSpc>
              <a:spcBef>
                <a:spcPts val="0"/>
              </a:spcBef>
              <a:spcAft>
                <a:spcPts val="0"/>
              </a:spcAft>
              <a:buClr>
                <a:schemeClr val="dk1"/>
              </a:buClr>
              <a:buSzPts val="2800"/>
              <a:buNone/>
              <a:defRPr sz="1000">
                <a:latin typeface="Lato"/>
                <a:ea typeface="Lato"/>
                <a:cs typeface="Lato"/>
                <a:sym typeface="Lato"/>
              </a:defRPr>
            </a:lvl8pPr>
            <a:lvl9pPr lvl="8">
              <a:lnSpc>
                <a:spcPct val="150000"/>
              </a:lnSpc>
              <a:spcBef>
                <a:spcPts val="0"/>
              </a:spcBef>
              <a:spcAft>
                <a:spcPts val="0"/>
              </a:spcAft>
              <a:buClr>
                <a:schemeClr val="dk1"/>
              </a:buClr>
              <a:buSzPts val="2800"/>
              <a:buNone/>
              <a:defRPr sz="1000">
                <a:latin typeface="Lato"/>
                <a:ea typeface="Lato"/>
                <a:cs typeface="Lato"/>
                <a:sym typeface="Lato"/>
              </a:defRPr>
            </a:lvl9pPr>
          </a:lstStyle>
          <a:p/>
        </p:txBody>
      </p:sp>
      <p:sp>
        <p:nvSpPr>
          <p:cNvPr id="253" name="Google Shape;253;p21"/>
          <p:cNvSpPr txBox="1"/>
          <p:nvPr>
            <p:ph idx="6" type="title"/>
          </p:nvPr>
        </p:nvSpPr>
        <p:spPr>
          <a:xfrm>
            <a:off x="5807450" y="2940425"/>
            <a:ext cx="19275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400"/>
              <a:buNone/>
              <a:defRPr b="1" sz="1400"/>
            </a:lvl1pPr>
            <a:lvl2pPr lvl="1">
              <a:spcBef>
                <a:spcPts val="0"/>
              </a:spcBef>
              <a:spcAft>
                <a:spcPts val="0"/>
              </a:spcAft>
              <a:buClr>
                <a:schemeClr val="dk1"/>
              </a:buClr>
              <a:buSzPts val="1400"/>
              <a:buNone/>
              <a:defRPr b="1" sz="1400">
                <a:latin typeface="Quantico"/>
                <a:ea typeface="Quantico"/>
                <a:cs typeface="Quantico"/>
                <a:sym typeface="Quantico"/>
              </a:defRPr>
            </a:lvl2pPr>
            <a:lvl3pPr lvl="2">
              <a:spcBef>
                <a:spcPts val="0"/>
              </a:spcBef>
              <a:spcAft>
                <a:spcPts val="0"/>
              </a:spcAft>
              <a:buClr>
                <a:schemeClr val="dk1"/>
              </a:buClr>
              <a:buSzPts val="1400"/>
              <a:buNone/>
              <a:defRPr b="1" sz="1400">
                <a:latin typeface="Quantico"/>
                <a:ea typeface="Quantico"/>
                <a:cs typeface="Quantico"/>
                <a:sym typeface="Quantico"/>
              </a:defRPr>
            </a:lvl3pPr>
            <a:lvl4pPr lvl="3">
              <a:spcBef>
                <a:spcPts val="0"/>
              </a:spcBef>
              <a:spcAft>
                <a:spcPts val="0"/>
              </a:spcAft>
              <a:buClr>
                <a:schemeClr val="dk1"/>
              </a:buClr>
              <a:buSzPts val="1400"/>
              <a:buNone/>
              <a:defRPr b="1" sz="1400">
                <a:latin typeface="Quantico"/>
                <a:ea typeface="Quantico"/>
                <a:cs typeface="Quantico"/>
                <a:sym typeface="Quantico"/>
              </a:defRPr>
            </a:lvl4pPr>
            <a:lvl5pPr lvl="4">
              <a:spcBef>
                <a:spcPts val="0"/>
              </a:spcBef>
              <a:spcAft>
                <a:spcPts val="0"/>
              </a:spcAft>
              <a:buClr>
                <a:schemeClr val="dk1"/>
              </a:buClr>
              <a:buSzPts val="1400"/>
              <a:buNone/>
              <a:defRPr b="1" sz="1400">
                <a:latin typeface="Quantico"/>
                <a:ea typeface="Quantico"/>
                <a:cs typeface="Quantico"/>
                <a:sym typeface="Quantico"/>
              </a:defRPr>
            </a:lvl5pPr>
            <a:lvl6pPr lvl="5">
              <a:spcBef>
                <a:spcPts val="0"/>
              </a:spcBef>
              <a:spcAft>
                <a:spcPts val="0"/>
              </a:spcAft>
              <a:buClr>
                <a:schemeClr val="dk1"/>
              </a:buClr>
              <a:buSzPts val="1400"/>
              <a:buNone/>
              <a:defRPr b="1" sz="1400">
                <a:latin typeface="Quantico"/>
                <a:ea typeface="Quantico"/>
                <a:cs typeface="Quantico"/>
                <a:sym typeface="Quantico"/>
              </a:defRPr>
            </a:lvl6pPr>
            <a:lvl7pPr lvl="6">
              <a:spcBef>
                <a:spcPts val="0"/>
              </a:spcBef>
              <a:spcAft>
                <a:spcPts val="0"/>
              </a:spcAft>
              <a:buClr>
                <a:schemeClr val="dk1"/>
              </a:buClr>
              <a:buSzPts val="1400"/>
              <a:buNone/>
              <a:defRPr b="1" sz="1400">
                <a:latin typeface="Quantico"/>
                <a:ea typeface="Quantico"/>
                <a:cs typeface="Quantico"/>
                <a:sym typeface="Quantico"/>
              </a:defRPr>
            </a:lvl7pPr>
            <a:lvl8pPr lvl="7">
              <a:spcBef>
                <a:spcPts val="0"/>
              </a:spcBef>
              <a:spcAft>
                <a:spcPts val="0"/>
              </a:spcAft>
              <a:buClr>
                <a:schemeClr val="dk1"/>
              </a:buClr>
              <a:buSzPts val="1400"/>
              <a:buNone/>
              <a:defRPr b="1" sz="1400">
                <a:latin typeface="Quantico"/>
                <a:ea typeface="Quantico"/>
                <a:cs typeface="Quantico"/>
                <a:sym typeface="Quantico"/>
              </a:defRPr>
            </a:lvl8pPr>
            <a:lvl9pPr lvl="8">
              <a:spcBef>
                <a:spcPts val="0"/>
              </a:spcBef>
              <a:spcAft>
                <a:spcPts val="0"/>
              </a:spcAft>
              <a:buClr>
                <a:schemeClr val="dk1"/>
              </a:buClr>
              <a:buSzPts val="1400"/>
              <a:buNone/>
              <a:defRPr b="1" sz="1400">
                <a:latin typeface="Quantico"/>
                <a:ea typeface="Quantico"/>
                <a:cs typeface="Quantico"/>
                <a:sym typeface="Quantico"/>
              </a:defRPr>
            </a:lvl9pPr>
          </a:lstStyle>
          <a:p/>
        </p:txBody>
      </p:sp>
      <p:sp>
        <p:nvSpPr>
          <p:cNvPr id="254" name="Google Shape;254;p21"/>
          <p:cNvSpPr txBox="1"/>
          <p:nvPr>
            <p:ph idx="7" type="title"/>
          </p:nvPr>
        </p:nvSpPr>
        <p:spPr>
          <a:xfrm>
            <a:off x="5804825" y="3619500"/>
            <a:ext cx="2212500" cy="11133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2800"/>
              <a:buNone/>
              <a:defRPr sz="1000">
                <a:latin typeface="Lato"/>
                <a:ea typeface="Lato"/>
                <a:cs typeface="Lato"/>
                <a:sym typeface="Lato"/>
              </a:defRPr>
            </a:lvl1pPr>
            <a:lvl2pPr lvl="1">
              <a:lnSpc>
                <a:spcPct val="150000"/>
              </a:lnSpc>
              <a:spcBef>
                <a:spcPts val="0"/>
              </a:spcBef>
              <a:spcAft>
                <a:spcPts val="0"/>
              </a:spcAft>
              <a:buClr>
                <a:schemeClr val="dk1"/>
              </a:buClr>
              <a:buSzPts val="2800"/>
              <a:buNone/>
              <a:defRPr sz="1000">
                <a:latin typeface="Lato"/>
                <a:ea typeface="Lato"/>
                <a:cs typeface="Lato"/>
                <a:sym typeface="Lato"/>
              </a:defRPr>
            </a:lvl2pPr>
            <a:lvl3pPr lvl="2">
              <a:lnSpc>
                <a:spcPct val="150000"/>
              </a:lnSpc>
              <a:spcBef>
                <a:spcPts val="0"/>
              </a:spcBef>
              <a:spcAft>
                <a:spcPts val="0"/>
              </a:spcAft>
              <a:buClr>
                <a:schemeClr val="dk1"/>
              </a:buClr>
              <a:buSzPts val="2800"/>
              <a:buNone/>
              <a:defRPr sz="1000">
                <a:latin typeface="Lato"/>
                <a:ea typeface="Lato"/>
                <a:cs typeface="Lato"/>
                <a:sym typeface="Lato"/>
              </a:defRPr>
            </a:lvl3pPr>
            <a:lvl4pPr lvl="3">
              <a:lnSpc>
                <a:spcPct val="150000"/>
              </a:lnSpc>
              <a:spcBef>
                <a:spcPts val="0"/>
              </a:spcBef>
              <a:spcAft>
                <a:spcPts val="0"/>
              </a:spcAft>
              <a:buClr>
                <a:schemeClr val="dk1"/>
              </a:buClr>
              <a:buSzPts val="2800"/>
              <a:buNone/>
              <a:defRPr sz="1000">
                <a:latin typeface="Lato"/>
                <a:ea typeface="Lato"/>
                <a:cs typeface="Lato"/>
                <a:sym typeface="Lato"/>
              </a:defRPr>
            </a:lvl4pPr>
            <a:lvl5pPr lvl="4">
              <a:lnSpc>
                <a:spcPct val="150000"/>
              </a:lnSpc>
              <a:spcBef>
                <a:spcPts val="0"/>
              </a:spcBef>
              <a:spcAft>
                <a:spcPts val="0"/>
              </a:spcAft>
              <a:buClr>
                <a:schemeClr val="dk1"/>
              </a:buClr>
              <a:buSzPts val="2800"/>
              <a:buNone/>
              <a:defRPr sz="1000">
                <a:latin typeface="Lato"/>
                <a:ea typeface="Lato"/>
                <a:cs typeface="Lato"/>
                <a:sym typeface="Lato"/>
              </a:defRPr>
            </a:lvl5pPr>
            <a:lvl6pPr lvl="5">
              <a:lnSpc>
                <a:spcPct val="150000"/>
              </a:lnSpc>
              <a:spcBef>
                <a:spcPts val="0"/>
              </a:spcBef>
              <a:spcAft>
                <a:spcPts val="0"/>
              </a:spcAft>
              <a:buClr>
                <a:schemeClr val="dk1"/>
              </a:buClr>
              <a:buSzPts val="2800"/>
              <a:buNone/>
              <a:defRPr sz="1000">
                <a:latin typeface="Lato"/>
                <a:ea typeface="Lato"/>
                <a:cs typeface="Lato"/>
                <a:sym typeface="Lato"/>
              </a:defRPr>
            </a:lvl6pPr>
            <a:lvl7pPr lvl="6">
              <a:lnSpc>
                <a:spcPct val="150000"/>
              </a:lnSpc>
              <a:spcBef>
                <a:spcPts val="0"/>
              </a:spcBef>
              <a:spcAft>
                <a:spcPts val="0"/>
              </a:spcAft>
              <a:buClr>
                <a:schemeClr val="dk1"/>
              </a:buClr>
              <a:buSzPts val="2800"/>
              <a:buNone/>
              <a:defRPr sz="1000">
                <a:latin typeface="Lato"/>
                <a:ea typeface="Lato"/>
                <a:cs typeface="Lato"/>
                <a:sym typeface="Lato"/>
              </a:defRPr>
            </a:lvl7pPr>
            <a:lvl8pPr lvl="7">
              <a:lnSpc>
                <a:spcPct val="150000"/>
              </a:lnSpc>
              <a:spcBef>
                <a:spcPts val="0"/>
              </a:spcBef>
              <a:spcAft>
                <a:spcPts val="0"/>
              </a:spcAft>
              <a:buClr>
                <a:schemeClr val="dk1"/>
              </a:buClr>
              <a:buSzPts val="2800"/>
              <a:buNone/>
              <a:defRPr sz="1000">
                <a:latin typeface="Lato"/>
                <a:ea typeface="Lato"/>
                <a:cs typeface="Lato"/>
                <a:sym typeface="Lato"/>
              </a:defRPr>
            </a:lvl8pPr>
            <a:lvl9pPr lvl="8">
              <a:lnSpc>
                <a:spcPct val="150000"/>
              </a:lnSpc>
              <a:spcBef>
                <a:spcPts val="0"/>
              </a:spcBef>
              <a:spcAft>
                <a:spcPts val="0"/>
              </a:spcAft>
              <a:buClr>
                <a:schemeClr val="dk1"/>
              </a:buClr>
              <a:buSzPts val="2800"/>
              <a:buNone/>
              <a:defRPr sz="1000">
                <a:latin typeface="Lato"/>
                <a:ea typeface="Lato"/>
                <a:cs typeface="Lato"/>
                <a:sym typeface="Lato"/>
              </a:defRPr>
            </a:lvl9pPr>
          </a:lstStyle>
          <a:p/>
        </p:txBody>
      </p:sp>
      <p:sp>
        <p:nvSpPr>
          <p:cNvPr id="255" name="Google Shape;255;p21"/>
          <p:cNvSpPr txBox="1"/>
          <p:nvPr>
            <p:ph idx="8" type="title"/>
          </p:nvPr>
        </p:nvSpPr>
        <p:spPr>
          <a:xfrm>
            <a:off x="459325" y="788000"/>
            <a:ext cx="46482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spcBef>
                <a:spcPts val="0"/>
              </a:spcBef>
              <a:spcAft>
                <a:spcPts val="0"/>
              </a:spcAft>
              <a:buClr>
                <a:schemeClr val="dk1"/>
              </a:buClr>
              <a:buSzPts val="3000"/>
              <a:buNone/>
              <a:defRPr sz="2400">
                <a:latin typeface="Quantico"/>
                <a:ea typeface="Quantico"/>
                <a:cs typeface="Quantico"/>
                <a:sym typeface="Quantico"/>
              </a:defRPr>
            </a:lvl2pPr>
            <a:lvl3pPr lvl="2">
              <a:spcBef>
                <a:spcPts val="0"/>
              </a:spcBef>
              <a:spcAft>
                <a:spcPts val="0"/>
              </a:spcAft>
              <a:buClr>
                <a:schemeClr val="dk1"/>
              </a:buClr>
              <a:buSzPts val="3000"/>
              <a:buNone/>
              <a:defRPr sz="2400">
                <a:latin typeface="Quantico"/>
                <a:ea typeface="Quantico"/>
                <a:cs typeface="Quantico"/>
                <a:sym typeface="Quantico"/>
              </a:defRPr>
            </a:lvl3pPr>
            <a:lvl4pPr lvl="3">
              <a:spcBef>
                <a:spcPts val="0"/>
              </a:spcBef>
              <a:spcAft>
                <a:spcPts val="0"/>
              </a:spcAft>
              <a:buClr>
                <a:schemeClr val="dk1"/>
              </a:buClr>
              <a:buSzPts val="3000"/>
              <a:buNone/>
              <a:defRPr sz="2400">
                <a:latin typeface="Quantico"/>
                <a:ea typeface="Quantico"/>
                <a:cs typeface="Quantico"/>
                <a:sym typeface="Quantico"/>
              </a:defRPr>
            </a:lvl4pPr>
            <a:lvl5pPr lvl="4">
              <a:spcBef>
                <a:spcPts val="0"/>
              </a:spcBef>
              <a:spcAft>
                <a:spcPts val="0"/>
              </a:spcAft>
              <a:buClr>
                <a:schemeClr val="dk1"/>
              </a:buClr>
              <a:buSzPts val="3000"/>
              <a:buNone/>
              <a:defRPr sz="2400">
                <a:latin typeface="Quantico"/>
                <a:ea typeface="Quantico"/>
                <a:cs typeface="Quantico"/>
                <a:sym typeface="Quantico"/>
              </a:defRPr>
            </a:lvl5pPr>
            <a:lvl6pPr lvl="5">
              <a:spcBef>
                <a:spcPts val="0"/>
              </a:spcBef>
              <a:spcAft>
                <a:spcPts val="0"/>
              </a:spcAft>
              <a:buClr>
                <a:schemeClr val="dk1"/>
              </a:buClr>
              <a:buSzPts val="3000"/>
              <a:buNone/>
              <a:defRPr sz="2400">
                <a:latin typeface="Quantico"/>
                <a:ea typeface="Quantico"/>
                <a:cs typeface="Quantico"/>
                <a:sym typeface="Quantico"/>
              </a:defRPr>
            </a:lvl6pPr>
            <a:lvl7pPr lvl="6">
              <a:spcBef>
                <a:spcPts val="0"/>
              </a:spcBef>
              <a:spcAft>
                <a:spcPts val="0"/>
              </a:spcAft>
              <a:buClr>
                <a:schemeClr val="dk1"/>
              </a:buClr>
              <a:buSzPts val="3000"/>
              <a:buNone/>
              <a:defRPr sz="2400">
                <a:latin typeface="Quantico"/>
                <a:ea typeface="Quantico"/>
                <a:cs typeface="Quantico"/>
                <a:sym typeface="Quantico"/>
              </a:defRPr>
            </a:lvl7pPr>
            <a:lvl8pPr lvl="7">
              <a:spcBef>
                <a:spcPts val="0"/>
              </a:spcBef>
              <a:spcAft>
                <a:spcPts val="0"/>
              </a:spcAft>
              <a:buClr>
                <a:schemeClr val="dk1"/>
              </a:buClr>
              <a:buSzPts val="3000"/>
              <a:buNone/>
              <a:defRPr sz="2400">
                <a:latin typeface="Quantico"/>
                <a:ea typeface="Quantico"/>
                <a:cs typeface="Quantico"/>
                <a:sym typeface="Quantico"/>
              </a:defRPr>
            </a:lvl8pPr>
            <a:lvl9pPr lvl="8">
              <a:spcBef>
                <a:spcPts val="0"/>
              </a:spcBef>
              <a:spcAft>
                <a:spcPts val="0"/>
              </a:spcAft>
              <a:buClr>
                <a:schemeClr val="dk1"/>
              </a:buClr>
              <a:buSzPts val="3000"/>
              <a:buNone/>
              <a:defRPr sz="2400">
                <a:latin typeface="Quantico"/>
                <a:ea typeface="Quantico"/>
                <a:cs typeface="Quantico"/>
                <a:sym typeface="Quantic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3">
  <p:cSld name="CUSTOM_5_1_1_1_2">
    <p:bg>
      <p:bgPr>
        <a:solidFill>
          <a:schemeClr val="lt1"/>
        </a:solidFill>
      </p:bgPr>
    </p:bg>
    <p:spTree>
      <p:nvGrpSpPr>
        <p:cNvPr id="256" name="Shape 256"/>
        <p:cNvGrpSpPr/>
        <p:nvPr/>
      </p:nvGrpSpPr>
      <p:grpSpPr>
        <a:xfrm>
          <a:off x="0" y="0"/>
          <a:ext cx="0" cy="0"/>
          <a:chOff x="0" y="0"/>
          <a:chExt cx="0" cy="0"/>
        </a:xfrm>
      </p:grpSpPr>
      <p:sp>
        <p:nvSpPr>
          <p:cNvPr id="257" name="Google Shape;257;p22"/>
          <p:cNvSpPr txBox="1"/>
          <p:nvPr/>
        </p:nvSpPr>
        <p:spPr>
          <a:xfrm>
            <a:off x="8578200" y="4960647"/>
            <a:ext cx="281100" cy="1077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lang="en" sz="500">
                <a:solidFill>
                  <a:schemeClr val="dk2"/>
                </a:solidFill>
                <a:latin typeface="Lato"/>
                <a:ea typeface="Lato"/>
                <a:cs typeface="Lato"/>
                <a:sym typeface="Lato"/>
              </a:rPr>
              <a:t>‹#›</a:t>
            </a:fld>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p:txBody>
      </p:sp>
      <p:sp>
        <p:nvSpPr>
          <p:cNvPr id="258" name="Google Shape;258;p22"/>
          <p:cNvSpPr txBox="1"/>
          <p:nvPr>
            <p:ph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259" name="Google Shape;259;p22"/>
          <p:cNvSpPr txBox="1"/>
          <p:nvPr>
            <p:ph idx="1"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260" name="Google Shape;260;p22"/>
          <p:cNvSpPr txBox="1"/>
          <p:nvPr>
            <p:ph idx="2" type="title"/>
          </p:nvPr>
        </p:nvSpPr>
        <p:spPr>
          <a:xfrm>
            <a:off x="423025" y="2331750"/>
            <a:ext cx="16002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261" name="Google Shape;261;p22"/>
          <p:cNvSpPr txBox="1"/>
          <p:nvPr>
            <p:ph idx="3" type="body"/>
          </p:nvPr>
        </p:nvSpPr>
        <p:spPr>
          <a:xfrm>
            <a:off x="423025" y="2733050"/>
            <a:ext cx="16002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
        <p:nvSpPr>
          <p:cNvPr id="262" name="Google Shape;262;p22"/>
          <p:cNvSpPr txBox="1"/>
          <p:nvPr>
            <p:ph idx="4" type="title"/>
          </p:nvPr>
        </p:nvSpPr>
        <p:spPr>
          <a:xfrm>
            <a:off x="2568575" y="2331750"/>
            <a:ext cx="17223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263" name="Google Shape;263;p22"/>
          <p:cNvSpPr txBox="1"/>
          <p:nvPr>
            <p:ph idx="5" type="body"/>
          </p:nvPr>
        </p:nvSpPr>
        <p:spPr>
          <a:xfrm>
            <a:off x="2568575" y="2733050"/>
            <a:ext cx="17223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
        <p:nvSpPr>
          <p:cNvPr id="264" name="Google Shape;264;p22"/>
          <p:cNvSpPr txBox="1"/>
          <p:nvPr>
            <p:ph idx="6" type="title"/>
          </p:nvPr>
        </p:nvSpPr>
        <p:spPr>
          <a:xfrm>
            <a:off x="4751950" y="2331750"/>
            <a:ext cx="17223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265" name="Google Shape;265;p22"/>
          <p:cNvSpPr txBox="1"/>
          <p:nvPr>
            <p:ph idx="7" type="body"/>
          </p:nvPr>
        </p:nvSpPr>
        <p:spPr>
          <a:xfrm>
            <a:off x="4751950" y="2733050"/>
            <a:ext cx="17223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
        <p:nvSpPr>
          <p:cNvPr id="266" name="Google Shape;266;p22"/>
          <p:cNvSpPr txBox="1"/>
          <p:nvPr>
            <p:ph idx="8" type="title"/>
          </p:nvPr>
        </p:nvSpPr>
        <p:spPr>
          <a:xfrm>
            <a:off x="6909425" y="2331750"/>
            <a:ext cx="17223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267" name="Google Shape;267;p22"/>
          <p:cNvSpPr txBox="1"/>
          <p:nvPr>
            <p:ph idx="9" type="body"/>
          </p:nvPr>
        </p:nvSpPr>
        <p:spPr>
          <a:xfrm>
            <a:off x="6855900" y="2733050"/>
            <a:ext cx="17223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2">
  <p:cSld name="CUSTOM_5_1_1_1_3">
    <p:bg>
      <p:bgPr>
        <a:solidFill>
          <a:schemeClr val="lt1"/>
        </a:solidFill>
      </p:bgPr>
    </p:bg>
    <p:spTree>
      <p:nvGrpSpPr>
        <p:cNvPr id="268" name="Shape 268"/>
        <p:cNvGrpSpPr/>
        <p:nvPr/>
      </p:nvGrpSpPr>
      <p:grpSpPr>
        <a:xfrm>
          <a:off x="0" y="0"/>
          <a:ext cx="0" cy="0"/>
          <a:chOff x="0" y="0"/>
          <a:chExt cx="0" cy="0"/>
        </a:xfrm>
      </p:grpSpPr>
      <p:sp>
        <p:nvSpPr>
          <p:cNvPr id="269" name="Google Shape;269;p23"/>
          <p:cNvSpPr txBox="1"/>
          <p:nvPr>
            <p:ph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270" name="Google Shape;270;p23"/>
          <p:cNvSpPr txBox="1"/>
          <p:nvPr>
            <p:ph idx="1"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271" name="Google Shape;271;p23"/>
          <p:cNvSpPr txBox="1"/>
          <p:nvPr>
            <p:ph idx="2" type="subTitle"/>
          </p:nvPr>
        </p:nvSpPr>
        <p:spPr>
          <a:xfrm>
            <a:off x="705575" y="2387975"/>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272" name="Google Shape;272;p23"/>
          <p:cNvSpPr txBox="1"/>
          <p:nvPr>
            <p:ph idx="3" type="subTitle"/>
          </p:nvPr>
        </p:nvSpPr>
        <p:spPr>
          <a:xfrm>
            <a:off x="705575" y="2948575"/>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273" name="Google Shape;273;p23"/>
          <p:cNvSpPr txBox="1"/>
          <p:nvPr>
            <p:ph idx="4" type="subTitle"/>
          </p:nvPr>
        </p:nvSpPr>
        <p:spPr>
          <a:xfrm>
            <a:off x="705575" y="3518838"/>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274" name="Google Shape;274;p23"/>
          <p:cNvSpPr txBox="1"/>
          <p:nvPr>
            <p:ph idx="5" type="subTitle"/>
          </p:nvPr>
        </p:nvSpPr>
        <p:spPr>
          <a:xfrm>
            <a:off x="705575" y="4092600"/>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275" name="Google Shape;275;p23"/>
          <p:cNvSpPr txBox="1"/>
          <p:nvPr>
            <p:ph idx="6" type="subTitle"/>
          </p:nvPr>
        </p:nvSpPr>
        <p:spPr>
          <a:xfrm>
            <a:off x="705575" y="4654250"/>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276" name="Google Shape;276;p23"/>
          <p:cNvSpPr txBox="1"/>
          <p:nvPr>
            <p:ph idx="7" type="body"/>
          </p:nvPr>
        </p:nvSpPr>
        <p:spPr>
          <a:xfrm>
            <a:off x="5843600" y="4634675"/>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77" name="Google Shape;277;p23"/>
          <p:cNvSpPr txBox="1"/>
          <p:nvPr>
            <p:ph idx="8" type="body"/>
          </p:nvPr>
        </p:nvSpPr>
        <p:spPr>
          <a:xfrm>
            <a:off x="5843600" y="4088050"/>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78" name="Google Shape;278;p23"/>
          <p:cNvSpPr txBox="1"/>
          <p:nvPr>
            <p:ph idx="9" type="body"/>
          </p:nvPr>
        </p:nvSpPr>
        <p:spPr>
          <a:xfrm>
            <a:off x="5843600" y="3509538"/>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79" name="Google Shape;279;p23"/>
          <p:cNvSpPr txBox="1"/>
          <p:nvPr>
            <p:ph idx="13" type="body"/>
          </p:nvPr>
        </p:nvSpPr>
        <p:spPr>
          <a:xfrm>
            <a:off x="5843600" y="2948725"/>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0" name="Google Shape;280;p23"/>
          <p:cNvSpPr txBox="1"/>
          <p:nvPr>
            <p:ph idx="14" type="title"/>
          </p:nvPr>
        </p:nvSpPr>
        <p:spPr>
          <a:xfrm>
            <a:off x="523500"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281" name="Google Shape;281;p23"/>
          <p:cNvSpPr txBox="1"/>
          <p:nvPr>
            <p:ph idx="15" type="title"/>
          </p:nvPr>
        </p:nvSpPr>
        <p:spPr>
          <a:xfrm>
            <a:off x="2227800"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282" name="Google Shape;282;p23"/>
          <p:cNvSpPr txBox="1"/>
          <p:nvPr>
            <p:ph idx="16" type="title"/>
          </p:nvPr>
        </p:nvSpPr>
        <p:spPr>
          <a:xfrm>
            <a:off x="3932100"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283" name="Google Shape;283;p23"/>
          <p:cNvSpPr txBox="1"/>
          <p:nvPr>
            <p:ph idx="17" type="title"/>
          </p:nvPr>
        </p:nvSpPr>
        <p:spPr>
          <a:xfrm>
            <a:off x="5845325"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284" name="Google Shape;284;p23"/>
          <p:cNvSpPr txBox="1"/>
          <p:nvPr>
            <p:ph idx="18" type="body"/>
          </p:nvPr>
        </p:nvSpPr>
        <p:spPr>
          <a:xfrm>
            <a:off x="3930375" y="4634677"/>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5" name="Google Shape;285;p23"/>
          <p:cNvSpPr txBox="1"/>
          <p:nvPr>
            <p:ph idx="19" type="body"/>
          </p:nvPr>
        </p:nvSpPr>
        <p:spPr>
          <a:xfrm>
            <a:off x="3930375" y="408805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6" name="Google Shape;286;p23"/>
          <p:cNvSpPr txBox="1"/>
          <p:nvPr>
            <p:ph idx="20" type="body"/>
          </p:nvPr>
        </p:nvSpPr>
        <p:spPr>
          <a:xfrm>
            <a:off x="3930375" y="350954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7" name="Google Shape;287;p23"/>
          <p:cNvSpPr txBox="1"/>
          <p:nvPr>
            <p:ph idx="21" type="body"/>
          </p:nvPr>
        </p:nvSpPr>
        <p:spPr>
          <a:xfrm>
            <a:off x="3930375" y="294873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8" name="Google Shape;288;p23"/>
          <p:cNvSpPr txBox="1"/>
          <p:nvPr>
            <p:ph idx="22" type="body"/>
          </p:nvPr>
        </p:nvSpPr>
        <p:spPr>
          <a:xfrm>
            <a:off x="2226950" y="4634675"/>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9" name="Google Shape;289;p23"/>
          <p:cNvSpPr txBox="1"/>
          <p:nvPr>
            <p:ph idx="23" type="body"/>
          </p:nvPr>
        </p:nvSpPr>
        <p:spPr>
          <a:xfrm>
            <a:off x="2226950" y="4088053"/>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90" name="Google Shape;290;p23"/>
          <p:cNvSpPr txBox="1"/>
          <p:nvPr>
            <p:ph idx="24" type="body"/>
          </p:nvPr>
        </p:nvSpPr>
        <p:spPr>
          <a:xfrm>
            <a:off x="2226950" y="3509544"/>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91" name="Google Shape;291;p23"/>
          <p:cNvSpPr txBox="1"/>
          <p:nvPr>
            <p:ph idx="25" type="body"/>
          </p:nvPr>
        </p:nvSpPr>
        <p:spPr>
          <a:xfrm>
            <a:off x="2226950" y="2948734"/>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92" name="Google Shape;292;p23"/>
          <p:cNvSpPr txBox="1"/>
          <p:nvPr>
            <p:ph idx="26" type="body"/>
          </p:nvPr>
        </p:nvSpPr>
        <p:spPr>
          <a:xfrm>
            <a:off x="5843600" y="2388163"/>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93" name="Google Shape;293;p23"/>
          <p:cNvSpPr txBox="1"/>
          <p:nvPr>
            <p:ph idx="27" type="body"/>
          </p:nvPr>
        </p:nvSpPr>
        <p:spPr>
          <a:xfrm>
            <a:off x="3930375" y="238817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94" name="Google Shape;294;p23"/>
          <p:cNvSpPr txBox="1"/>
          <p:nvPr>
            <p:ph idx="28" type="body"/>
          </p:nvPr>
        </p:nvSpPr>
        <p:spPr>
          <a:xfrm>
            <a:off x="2226950" y="2388175"/>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0">
  <p:cSld name="CUSTOM_2_1_1">
    <p:bg>
      <p:bgPr>
        <a:solidFill>
          <a:schemeClr val="lt1"/>
        </a:solidFill>
      </p:bgPr>
    </p:bg>
    <p:spTree>
      <p:nvGrpSpPr>
        <p:cNvPr id="295" name="Shape 295"/>
        <p:cNvGrpSpPr/>
        <p:nvPr/>
      </p:nvGrpSpPr>
      <p:grpSpPr>
        <a:xfrm>
          <a:off x="0" y="0"/>
          <a:ext cx="0" cy="0"/>
          <a:chOff x="0" y="0"/>
          <a:chExt cx="0" cy="0"/>
        </a:xfrm>
      </p:grpSpPr>
      <p:sp>
        <p:nvSpPr>
          <p:cNvPr id="296" name="Google Shape;296;p24"/>
          <p:cNvSpPr txBox="1"/>
          <p:nvPr>
            <p:ph type="title"/>
          </p:nvPr>
        </p:nvSpPr>
        <p:spPr>
          <a:xfrm>
            <a:off x="5135225" y="2600350"/>
            <a:ext cx="554100" cy="367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2"/>
              </a:buClr>
              <a:buSzPts val="2800"/>
              <a:buNone/>
              <a:defRPr b="1" sz="2200">
                <a:solidFill>
                  <a:schemeClr val="accent2"/>
                </a:solidFill>
              </a:defRPr>
            </a:lvl1pPr>
            <a:lvl2pPr lvl="1">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2pPr>
            <a:lvl3pPr lvl="2">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3pPr>
            <a:lvl4pPr lvl="3">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4pPr>
            <a:lvl5pPr lvl="4">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5pPr>
            <a:lvl6pPr lvl="5">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6pPr>
            <a:lvl7pPr lvl="6">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7pPr>
            <a:lvl8pPr lvl="7">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8pPr>
            <a:lvl9pPr lvl="8">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9pPr>
          </a:lstStyle>
          <a:p/>
        </p:txBody>
      </p:sp>
      <p:sp>
        <p:nvSpPr>
          <p:cNvPr id="297" name="Google Shape;297;p24"/>
          <p:cNvSpPr txBox="1"/>
          <p:nvPr>
            <p:ph idx="2" type="title"/>
          </p:nvPr>
        </p:nvSpPr>
        <p:spPr>
          <a:xfrm>
            <a:off x="5135225" y="3562743"/>
            <a:ext cx="554100" cy="367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2"/>
              </a:buClr>
              <a:buSzPts val="2800"/>
              <a:buNone/>
              <a:defRPr b="1" sz="2200">
                <a:solidFill>
                  <a:schemeClr val="accent2"/>
                </a:solidFill>
              </a:defRPr>
            </a:lvl1pPr>
            <a:lvl2pPr lvl="1">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2pPr>
            <a:lvl3pPr lvl="2">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3pPr>
            <a:lvl4pPr lvl="3">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4pPr>
            <a:lvl5pPr lvl="4">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5pPr>
            <a:lvl6pPr lvl="5">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6pPr>
            <a:lvl7pPr lvl="6">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7pPr>
            <a:lvl8pPr lvl="7">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8pPr>
            <a:lvl9pPr lvl="8">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9pPr>
          </a:lstStyle>
          <a:p/>
        </p:txBody>
      </p:sp>
      <p:sp>
        <p:nvSpPr>
          <p:cNvPr id="298" name="Google Shape;298;p24"/>
          <p:cNvSpPr txBox="1"/>
          <p:nvPr>
            <p:ph idx="3" type="title"/>
          </p:nvPr>
        </p:nvSpPr>
        <p:spPr>
          <a:xfrm>
            <a:off x="5135225" y="4500074"/>
            <a:ext cx="554100" cy="367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2"/>
              </a:buClr>
              <a:buSzPts val="2800"/>
              <a:buNone/>
              <a:defRPr b="1" sz="2200">
                <a:solidFill>
                  <a:schemeClr val="accent2"/>
                </a:solidFill>
              </a:defRPr>
            </a:lvl1pPr>
            <a:lvl2pPr lvl="1">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2pPr>
            <a:lvl3pPr lvl="2">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3pPr>
            <a:lvl4pPr lvl="3">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4pPr>
            <a:lvl5pPr lvl="4">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5pPr>
            <a:lvl6pPr lvl="5">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6pPr>
            <a:lvl7pPr lvl="6">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7pPr>
            <a:lvl8pPr lvl="7">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8pPr>
            <a:lvl9pPr lvl="8">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9pPr>
          </a:lstStyle>
          <a:p/>
        </p:txBody>
      </p:sp>
      <p:sp>
        <p:nvSpPr>
          <p:cNvPr id="299" name="Google Shape;299;p24"/>
          <p:cNvSpPr txBox="1"/>
          <p:nvPr>
            <p:ph idx="4"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300" name="Google Shape;300;p24"/>
          <p:cNvSpPr txBox="1"/>
          <p:nvPr>
            <p:ph idx="1" type="subTitle"/>
          </p:nvPr>
        </p:nvSpPr>
        <p:spPr>
          <a:xfrm>
            <a:off x="446900" y="397650"/>
            <a:ext cx="5344500" cy="309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301" name="Google Shape;301;p24"/>
          <p:cNvSpPr txBox="1"/>
          <p:nvPr>
            <p:ph idx="5" type="body"/>
          </p:nvPr>
        </p:nvSpPr>
        <p:spPr>
          <a:xfrm>
            <a:off x="5761162" y="2472057"/>
            <a:ext cx="2955900" cy="518400"/>
          </a:xfrm>
          <a:prstGeom prst="rect">
            <a:avLst/>
          </a:prstGeom>
        </p:spPr>
        <p:txBody>
          <a:bodyPr anchorCtr="0" anchor="ctr" bIns="0"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02" name="Google Shape;302;p24"/>
          <p:cNvSpPr txBox="1"/>
          <p:nvPr>
            <p:ph idx="6" type="body"/>
          </p:nvPr>
        </p:nvSpPr>
        <p:spPr>
          <a:xfrm>
            <a:off x="5761162" y="3436244"/>
            <a:ext cx="2955900" cy="518400"/>
          </a:xfrm>
          <a:prstGeom prst="rect">
            <a:avLst/>
          </a:prstGeom>
        </p:spPr>
        <p:txBody>
          <a:bodyPr anchorCtr="0" anchor="ctr" bIns="0"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03" name="Google Shape;303;p24"/>
          <p:cNvSpPr txBox="1"/>
          <p:nvPr>
            <p:ph idx="7" type="body"/>
          </p:nvPr>
        </p:nvSpPr>
        <p:spPr>
          <a:xfrm>
            <a:off x="5761162" y="4399826"/>
            <a:ext cx="2955900" cy="518400"/>
          </a:xfrm>
          <a:prstGeom prst="rect">
            <a:avLst/>
          </a:prstGeom>
        </p:spPr>
        <p:txBody>
          <a:bodyPr anchorCtr="0" anchor="ctr" bIns="0"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04" name="Google Shape;304;p24"/>
          <p:cNvSpPr txBox="1"/>
          <p:nvPr>
            <p:ph idx="8" type="body"/>
          </p:nvPr>
        </p:nvSpPr>
        <p:spPr>
          <a:xfrm>
            <a:off x="706399" y="2753996"/>
            <a:ext cx="3288300" cy="1731000"/>
          </a:xfrm>
          <a:prstGeom prst="rect">
            <a:avLst/>
          </a:prstGeom>
        </p:spPr>
        <p:txBody>
          <a:bodyPr anchorCtr="0" anchor="ctr" bIns="0" lIns="0" spcFirstLastPara="1" rIns="91425" wrap="square" tIns="0">
            <a:noAutofit/>
          </a:bodyPr>
          <a:lstStyle>
            <a:lvl1pPr indent="-330200" lvl="0" marL="457200">
              <a:lnSpc>
                <a:spcPct val="115000"/>
              </a:lnSpc>
              <a:spcBef>
                <a:spcPts val="0"/>
              </a:spcBef>
              <a:spcAft>
                <a:spcPts val="0"/>
              </a:spcAft>
              <a:buClr>
                <a:schemeClr val="accent6"/>
              </a:buClr>
              <a:buSzPts val="1600"/>
              <a:buChar char="●"/>
              <a:defRPr sz="1600">
                <a:solidFill>
                  <a:schemeClr val="accent6"/>
                </a:solidFill>
              </a:defRPr>
            </a:lvl1pPr>
            <a:lvl2pPr indent="-330200" lvl="1" marL="914400">
              <a:lnSpc>
                <a:spcPct val="115000"/>
              </a:lnSpc>
              <a:spcBef>
                <a:spcPts val="1000"/>
              </a:spcBef>
              <a:spcAft>
                <a:spcPts val="0"/>
              </a:spcAft>
              <a:buClr>
                <a:schemeClr val="accent6"/>
              </a:buClr>
              <a:buSzPts val="1600"/>
              <a:buChar char="○"/>
              <a:defRPr sz="1600">
                <a:solidFill>
                  <a:schemeClr val="accent6"/>
                </a:solidFill>
              </a:defRPr>
            </a:lvl2pPr>
            <a:lvl3pPr indent="-330200" lvl="2" marL="1371600">
              <a:lnSpc>
                <a:spcPct val="115000"/>
              </a:lnSpc>
              <a:spcBef>
                <a:spcPts val="1000"/>
              </a:spcBef>
              <a:spcAft>
                <a:spcPts val="0"/>
              </a:spcAft>
              <a:buClr>
                <a:schemeClr val="accent6"/>
              </a:buClr>
              <a:buSzPts val="1600"/>
              <a:buChar char="■"/>
              <a:defRPr sz="1600">
                <a:solidFill>
                  <a:schemeClr val="accent6"/>
                </a:solidFill>
              </a:defRPr>
            </a:lvl3pPr>
            <a:lvl4pPr indent="-330200" lvl="3" marL="1828800">
              <a:lnSpc>
                <a:spcPct val="115000"/>
              </a:lnSpc>
              <a:spcBef>
                <a:spcPts val="1000"/>
              </a:spcBef>
              <a:spcAft>
                <a:spcPts val="0"/>
              </a:spcAft>
              <a:buClr>
                <a:schemeClr val="accent6"/>
              </a:buClr>
              <a:buSzPts val="1600"/>
              <a:buChar char="●"/>
              <a:defRPr sz="1600">
                <a:solidFill>
                  <a:schemeClr val="accent6"/>
                </a:solidFill>
              </a:defRPr>
            </a:lvl4pPr>
            <a:lvl5pPr indent="-330200" lvl="4" marL="2286000">
              <a:lnSpc>
                <a:spcPct val="115000"/>
              </a:lnSpc>
              <a:spcBef>
                <a:spcPts val="1000"/>
              </a:spcBef>
              <a:spcAft>
                <a:spcPts val="0"/>
              </a:spcAft>
              <a:buClr>
                <a:schemeClr val="accent6"/>
              </a:buClr>
              <a:buSzPts val="1600"/>
              <a:buChar char="○"/>
              <a:defRPr sz="1600">
                <a:solidFill>
                  <a:schemeClr val="accent6"/>
                </a:solidFill>
              </a:defRPr>
            </a:lvl5pPr>
            <a:lvl6pPr indent="-330200" lvl="5" marL="2743200">
              <a:lnSpc>
                <a:spcPct val="115000"/>
              </a:lnSpc>
              <a:spcBef>
                <a:spcPts val="1000"/>
              </a:spcBef>
              <a:spcAft>
                <a:spcPts val="0"/>
              </a:spcAft>
              <a:buClr>
                <a:schemeClr val="accent6"/>
              </a:buClr>
              <a:buSzPts val="1600"/>
              <a:buChar char="■"/>
              <a:defRPr sz="1600">
                <a:solidFill>
                  <a:schemeClr val="accent6"/>
                </a:solidFill>
              </a:defRPr>
            </a:lvl6pPr>
            <a:lvl7pPr indent="-330200" lvl="6" marL="3200400">
              <a:lnSpc>
                <a:spcPct val="115000"/>
              </a:lnSpc>
              <a:spcBef>
                <a:spcPts val="1000"/>
              </a:spcBef>
              <a:spcAft>
                <a:spcPts val="0"/>
              </a:spcAft>
              <a:buClr>
                <a:schemeClr val="accent6"/>
              </a:buClr>
              <a:buSzPts val="1600"/>
              <a:buChar char="●"/>
              <a:defRPr sz="1600">
                <a:solidFill>
                  <a:schemeClr val="accent6"/>
                </a:solidFill>
              </a:defRPr>
            </a:lvl7pPr>
            <a:lvl8pPr indent="-330200" lvl="7" marL="3657600">
              <a:lnSpc>
                <a:spcPct val="115000"/>
              </a:lnSpc>
              <a:spcBef>
                <a:spcPts val="1000"/>
              </a:spcBef>
              <a:spcAft>
                <a:spcPts val="0"/>
              </a:spcAft>
              <a:buClr>
                <a:schemeClr val="accent6"/>
              </a:buClr>
              <a:buSzPts val="1600"/>
              <a:buChar char="○"/>
              <a:defRPr sz="1600">
                <a:solidFill>
                  <a:schemeClr val="accent6"/>
                </a:solidFill>
              </a:defRPr>
            </a:lvl8pPr>
            <a:lvl9pPr indent="-330200" lvl="8" marL="4114800">
              <a:lnSpc>
                <a:spcPct val="115000"/>
              </a:lnSpc>
              <a:spcBef>
                <a:spcPts val="1000"/>
              </a:spcBef>
              <a:spcAft>
                <a:spcPts val="1000"/>
              </a:spcAft>
              <a:buClr>
                <a:schemeClr val="accent6"/>
              </a:buClr>
              <a:buSzPts val="1600"/>
              <a:buChar char="■"/>
              <a:defRPr sz="1600">
                <a:solidFill>
                  <a:schemeClr val="accent6"/>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2">
    <p:bg>
      <p:bgPr>
        <a:solidFill>
          <a:schemeClr val="lt1"/>
        </a:solidFill>
      </p:bgPr>
    </p:bg>
    <p:spTree>
      <p:nvGrpSpPr>
        <p:cNvPr id="305" name="Shape 305"/>
        <p:cNvGrpSpPr/>
        <p:nvPr/>
      </p:nvGrpSpPr>
      <p:grpSpPr>
        <a:xfrm>
          <a:off x="0" y="0"/>
          <a:ext cx="0" cy="0"/>
          <a:chOff x="0" y="0"/>
          <a:chExt cx="0" cy="0"/>
        </a:xfrm>
      </p:grpSpPr>
      <p:sp>
        <p:nvSpPr>
          <p:cNvPr id="306" name="Google Shape;306;p25"/>
          <p:cNvSpPr/>
          <p:nvPr/>
        </p:nvSpPr>
        <p:spPr>
          <a:xfrm>
            <a:off x="0" y="1088675"/>
            <a:ext cx="3627900" cy="4054800"/>
          </a:xfrm>
          <a:prstGeom prst="snip1Rect">
            <a:avLst>
              <a:gd fmla="val 10918"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07" name="Google Shape;307;p25"/>
          <p:cNvSpPr txBox="1"/>
          <p:nvPr>
            <p:ph type="title"/>
          </p:nvPr>
        </p:nvSpPr>
        <p:spPr>
          <a:xfrm>
            <a:off x="446100" y="396225"/>
            <a:ext cx="5101800" cy="8532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308" name="Google Shape;308;p25"/>
          <p:cNvSpPr txBox="1"/>
          <p:nvPr>
            <p:ph idx="1" type="body"/>
          </p:nvPr>
        </p:nvSpPr>
        <p:spPr>
          <a:xfrm>
            <a:off x="3869875" y="1390269"/>
            <a:ext cx="3173400" cy="3421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accent6"/>
              </a:buClr>
              <a:buSzPts val="1000"/>
              <a:buChar char="●"/>
              <a:defRPr>
                <a:solidFill>
                  <a:schemeClr val="accent6"/>
                </a:solidFill>
              </a:defRPr>
            </a:lvl1pPr>
            <a:lvl2pPr indent="-292100" lvl="1" marL="914400">
              <a:spcBef>
                <a:spcPts val="1000"/>
              </a:spcBef>
              <a:spcAft>
                <a:spcPts val="0"/>
              </a:spcAft>
              <a:buClr>
                <a:schemeClr val="accent6"/>
              </a:buClr>
              <a:buSzPts val="1000"/>
              <a:buChar char="○"/>
              <a:defRPr>
                <a:solidFill>
                  <a:schemeClr val="accent6"/>
                </a:solidFill>
              </a:defRPr>
            </a:lvl2pPr>
            <a:lvl3pPr indent="-292100" lvl="2" marL="1371600">
              <a:spcBef>
                <a:spcPts val="1000"/>
              </a:spcBef>
              <a:spcAft>
                <a:spcPts val="0"/>
              </a:spcAft>
              <a:buClr>
                <a:schemeClr val="accent6"/>
              </a:buClr>
              <a:buSzPts val="1000"/>
              <a:buChar char="■"/>
              <a:defRPr>
                <a:solidFill>
                  <a:schemeClr val="accent6"/>
                </a:solidFill>
              </a:defRPr>
            </a:lvl3pPr>
            <a:lvl4pPr indent="-292100" lvl="3" marL="1828800">
              <a:spcBef>
                <a:spcPts val="1000"/>
              </a:spcBef>
              <a:spcAft>
                <a:spcPts val="0"/>
              </a:spcAft>
              <a:buClr>
                <a:schemeClr val="accent6"/>
              </a:buClr>
              <a:buSzPts val="1000"/>
              <a:buChar char="●"/>
              <a:defRPr>
                <a:solidFill>
                  <a:schemeClr val="accent6"/>
                </a:solidFill>
              </a:defRPr>
            </a:lvl4pPr>
            <a:lvl5pPr indent="-292100" lvl="4" marL="2286000">
              <a:spcBef>
                <a:spcPts val="1000"/>
              </a:spcBef>
              <a:spcAft>
                <a:spcPts val="0"/>
              </a:spcAft>
              <a:buClr>
                <a:schemeClr val="accent6"/>
              </a:buClr>
              <a:buSzPts val="1000"/>
              <a:buChar char="○"/>
              <a:defRPr>
                <a:solidFill>
                  <a:schemeClr val="accent6"/>
                </a:solidFill>
              </a:defRPr>
            </a:lvl5pPr>
            <a:lvl6pPr indent="-292100" lvl="5" marL="2743200">
              <a:spcBef>
                <a:spcPts val="1000"/>
              </a:spcBef>
              <a:spcAft>
                <a:spcPts val="0"/>
              </a:spcAft>
              <a:buClr>
                <a:schemeClr val="accent6"/>
              </a:buClr>
              <a:buSzPts val="1000"/>
              <a:buChar char="■"/>
              <a:defRPr>
                <a:solidFill>
                  <a:schemeClr val="accent6"/>
                </a:solidFill>
              </a:defRPr>
            </a:lvl6pPr>
            <a:lvl7pPr indent="-292100" lvl="6" marL="3200400">
              <a:spcBef>
                <a:spcPts val="1000"/>
              </a:spcBef>
              <a:spcAft>
                <a:spcPts val="0"/>
              </a:spcAft>
              <a:buClr>
                <a:schemeClr val="accent6"/>
              </a:buClr>
              <a:buSzPts val="1000"/>
              <a:buChar char="●"/>
              <a:defRPr>
                <a:solidFill>
                  <a:schemeClr val="accent6"/>
                </a:solidFill>
              </a:defRPr>
            </a:lvl7pPr>
            <a:lvl8pPr indent="-292100" lvl="7" marL="3657600">
              <a:spcBef>
                <a:spcPts val="1000"/>
              </a:spcBef>
              <a:spcAft>
                <a:spcPts val="0"/>
              </a:spcAft>
              <a:buClr>
                <a:schemeClr val="accent6"/>
              </a:buClr>
              <a:buSzPts val="1000"/>
              <a:buChar char="○"/>
              <a:defRPr>
                <a:solidFill>
                  <a:schemeClr val="accent6"/>
                </a:solidFill>
              </a:defRPr>
            </a:lvl8pPr>
            <a:lvl9pPr indent="-292100" lvl="8" marL="4114800">
              <a:spcBef>
                <a:spcPts val="1000"/>
              </a:spcBef>
              <a:spcAft>
                <a:spcPts val="1000"/>
              </a:spcAft>
              <a:buClr>
                <a:schemeClr val="accent6"/>
              </a:buClr>
              <a:buSzPts val="1000"/>
              <a:buChar char="■"/>
              <a:defRPr>
                <a:solidFill>
                  <a:schemeClr val="accent6"/>
                </a:solidFill>
              </a:defRPr>
            </a:lvl9pPr>
          </a:lstStyle>
          <a:p/>
        </p:txBody>
      </p:sp>
      <p:sp>
        <p:nvSpPr>
          <p:cNvPr id="309" name="Google Shape;309;p25"/>
          <p:cNvSpPr txBox="1"/>
          <p:nvPr>
            <p:ph idx="2" type="body"/>
          </p:nvPr>
        </p:nvSpPr>
        <p:spPr>
          <a:xfrm>
            <a:off x="474675" y="1390150"/>
            <a:ext cx="2571300" cy="3421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accent6"/>
              </a:buClr>
              <a:buSzPts val="1000"/>
              <a:buChar char="●"/>
              <a:defRPr>
                <a:solidFill>
                  <a:schemeClr val="accent6"/>
                </a:solidFill>
              </a:defRPr>
            </a:lvl1pPr>
            <a:lvl2pPr indent="-292100" lvl="1" marL="914400">
              <a:spcBef>
                <a:spcPts val="1000"/>
              </a:spcBef>
              <a:spcAft>
                <a:spcPts val="0"/>
              </a:spcAft>
              <a:buClr>
                <a:schemeClr val="accent6"/>
              </a:buClr>
              <a:buSzPts val="1000"/>
              <a:buChar char="○"/>
              <a:defRPr>
                <a:solidFill>
                  <a:schemeClr val="accent6"/>
                </a:solidFill>
              </a:defRPr>
            </a:lvl2pPr>
            <a:lvl3pPr indent="-292100" lvl="2" marL="1371600">
              <a:spcBef>
                <a:spcPts val="1000"/>
              </a:spcBef>
              <a:spcAft>
                <a:spcPts val="0"/>
              </a:spcAft>
              <a:buClr>
                <a:schemeClr val="accent6"/>
              </a:buClr>
              <a:buSzPts val="1000"/>
              <a:buChar char="■"/>
              <a:defRPr>
                <a:solidFill>
                  <a:schemeClr val="accent6"/>
                </a:solidFill>
              </a:defRPr>
            </a:lvl3pPr>
            <a:lvl4pPr indent="-292100" lvl="3" marL="1828800">
              <a:spcBef>
                <a:spcPts val="1000"/>
              </a:spcBef>
              <a:spcAft>
                <a:spcPts val="0"/>
              </a:spcAft>
              <a:buClr>
                <a:schemeClr val="accent6"/>
              </a:buClr>
              <a:buSzPts val="1000"/>
              <a:buChar char="●"/>
              <a:defRPr>
                <a:solidFill>
                  <a:schemeClr val="accent6"/>
                </a:solidFill>
              </a:defRPr>
            </a:lvl4pPr>
            <a:lvl5pPr indent="-292100" lvl="4" marL="2286000">
              <a:spcBef>
                <a:spcPts val="1000"/>
              </a:spcBef>
              <a:spcAft>
                <a:spcPts val="0"/>
              </a:spcAft>
              <a:buClr>
                <a:schemeClr val="accent6"/>
              </a:buClr>
              <a:buSzPts val="1000"/>
              <a:buChar char="○"/>
              <a:defRPr>
                <a:solidFill>
                  <a:schemeClr val="accent6"/>
                </a:solidFill>
              </a:defRPr>
            </a:lvl5pPr>
            <a:lvl6pPr indent="-292100" lvl="5" marL="2743200">
              <a:spcBef>
                <a:spcPts val="1000"/>
              </a:spcBef>
              <a:spcAft>
                <a:spcPts val="0"/>
              </a:spcAft>
              <a:buClr>
                <a:schemeClr val="accent6"/>
              </a:buClr>
              <a:buSzPts val="1000"/>
              <a:buChar char="■"/>
              <a:defRPr>
                <a:solidFill>
                  <a:schemeClr val="accent6"/>
                </a:solidFill>
              </a:defRPr>
            </a:lvl6pPr>
            <a:lvl7pPr indent="-292100" lvl="6" marL="3200400">
              <a:spcBef>
                <a:spcPts val="1000"/>
              </a:spcBef>
              <a:spcAft>
                <a:spcPts val="0"/>
              </a:spcAft>
              <a:buClr>
                <a:schemeClr val="accent6"/>
              </a:buClr>
              <a:buSzPts val="1000"/>
              <a:buChar char="●"/>
              <a:defRPr>
                <a:solidFill>
                  <a:schemeClr val="accent6"/>
                </a:solidFill>
              </a:defRPr>
            </a:lvl7pPr>
            <a:lvl8pPr indent="-292100" lvl="7" marL="3657600">
              <a:spcBef>
                <a:spcPts val="1000"/>
              </a:spcBef>
              <a:spcAft>
                <a:spcPts val="0"/>
              </a:spcAft>
              <a:buClr>
                <a:schemeClr val="accent6"/>
              </a:buClr>
              <a:buSzPts val="1000"/>
              <a:buChar char="○"/>
              <a:defRPr>
                <a:solidFill>
                  <a:schemeClr val="accent6"/>
                </a:solidFill>
              </a:defRPr>
            </a:lvl8pPr>
            <a:lvl9pPr indent="-292100" lvl="8" marL="4114800">
              <a:spcBef>
                <a:spcPts val="1000"/>
              </a:spcBef>
              <a:spcAft>
                <a:spcPts val="1000"/>
              </a:spcAft>
              <a:buClr>
                <a:schemeClr val="accent6"/>
              </a:buClr>
              <a:buSzPts val="1000"/>
              <a:buChar char="■"/>
              <a:defRPr>
                <a:solidFill>
                  <a:schemeClr val="accent6"/>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9">
  <p:cSld name="CUSTOM_1">
    <p:bg>
      <p:bgPr>
        <a:solidFill>
          <a:schemeClr val="accent1"/>
        </a:solidFill>
      </p:bgPr>
    </p:bg>
    <p:spTree>
      <p:nvGrpSpPr>
        <p:cNvPr id="310" name="Shape 310"/>
        <p:cNvGrpSpPr/>
        <p:nvPr/>
      </p:nvGrpSpPr>
      <p:grpSpPr>
        <a:xfrm>
          <a:off x="0" y="0"/>
          <a:ext cx="0" cy="0"/>
          <a:chOff x="0" y="0"/>
          <a:chExt cx="0" cy="0"/>
        </a:xfrm>
      </p:grpSpPr>
      <p:sp>
        <p:nvSpPr>
          <p:cNvPr id="311" name="Google Shape;311;p26"/>
          <p:cNvSpPr/>
          <p:nvPr/>
        </p:nvSpPr>
        <p:spPr>
          <a:xfrm flipH="1">
            <a:off x="433300" y="-6150"/>
            <a:ext cx="8560200" cy="5151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12" name="Google Shape;312;p26"/>
          <p:cNvSpPr/>
          <p:nvPr/>
        </p:nvSpPr>
        <p:spPr>
          <a:xfrm flipH="1">
            <a:off x="433300" y="-2175"/>
            <a:ext cx="8415900" cy="515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13" name="Google Shape;313;p26"/>
          <p:cNvSpPr/>
          <p:nvPr/>
        </p:nvSpPr>
        <p:spPr>
          <a:xfrm flipH="1">
            <a:off x="-10550" y="-6150"/>
            <a:ext cx="8710800" cy="5155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14" name="Google Shape;314;p26"/>
          <p:cNvSpPr txBox="1"/>
          <p:nvPr>
            <p:ph type="title"/>
          </p:nvPr>
        </p:nvSpPr>
        <p:spPr>
          <a:xfrm>
            <a:off x="409625" y="401500"/>
            <a:ext cx="4011600" cy="4371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spcBef>
                <a:spcPts val="0"/>
              </a:spcBef>
              <a:spcAft>
                <a:spcPts val="0"/>
              </a:spcAft>
              <a:buClr>
                <a:schemeClr val="dk1"/>
              </a:buClr>
              <a:buSzPts val="3000"/>
              <a:buNone/>
              <a:defRPr sz="2400">
                <a:latin typeface="Quantico"/>
                <a:ea typeface="Quantico"/>
                <a:cs typeface="Quantico"/>
                <a:sym typeface="Quantico"/>
              </a:defRPr>
            </a:lvl2pPr>
            <a:lvl3pPr lvl="2">
              <a:spcBef>
                <a:spcPts val="0"/>
              </a:spcBef>
              <a:spcAft>
                <a:spcPts val="0"/>
              </a:spcAft>
              <a:buClr>
                <a:schemeClr val="dk1"/>
              </a:buClr>
              <a:buSzPts val="3000"/>
              <a:buNone/>
              <a:defRPr sz="2400">
                <a:latin typeface="Quantico"/>
                <a:ea typeface="Quantico"/>
                <a:cs typeface="Quantico"/>
                <a:sym typeface="Quantico"/>
              </a:defRPr>
            </a:lvl3pPr>
            <a:lvl4pPr lvl="3">
              <a:spcBef>
                <a:spcPts val="0"/>
              </a:spcBef>
              <a:spcAft>
                <a:spcPts val="0"/>
              </a:spcAft>
              <a:buClr>
                <a:schemeClr val="dk1"/>
              </a:buClr>
              <a:buSzPts val="3000"/>
              <a:buNone/>
              <a:defRPr sz="2400">
                <a:latin typeface="Quantico"/>
                <a:ea typeface="Quantico"/>
                <a:cs typeface="Quantico"/>
                <a:sym typeface="Quantico"/>
              </a:defRPr>
            </a:lvl4pPr>
            <a:lvl5pPr lvl="4">
              <a:spcBef>
                <a:spcPts val="0"/>
              </a:spcBef>
              <a:spcAft>
                <a:spcPts val="0"/>
              </a:spcAft>
              <a:buClr>
                <a:schemeClr val="dk1"/>
              </a:buClr>
              <a:buSzPts val="3000"/>
              <a:buNone/>
              <a:defRPr sz="2400">
                <a:latin typeface="Quantico"/>
                <a:ea typeface="Quantico"/>
                <a:cs typeface="Quantico"/>
                <a:sym typeface="Quantico"/>
              </a:defRPr>
            </a:lvl5pPr>
            <a:lvl6pPr lvl="5">
              <a:spcBef>
                <a:spcPts val="0"/>
              </a:spcBef>
              <a:spcAft>
                <a:spcPts val="0"/>
              </a:spcAft>
              <a:buClr>
                <a:schemeClr val="dk1"/>
              </a:buClr>
              <a:buSzPts val="3000"/>
              <a:buNone/>
              <a:defRPr sz="2400">
                <a:latin typeface="Quantico"/>
                <a:ea typeface="Quantico"/>
                <a:cs typeface="Quantico"/>
                <a:sym typeface="Quantico"/>
              </a:defRPr>
            </a:lvl6pPr>
            <a:lvl7pPr lvl="6">
              <a:spcBef>
                <a:spcPts val="0"/>
              </a:spcBef>
              <a:spcAft>
                <a:spcPts val="0"/>
              </a:spcAft>
              <a:buClr>
                <a:schemeClr val="dk1"/>
              </a:buClr>
              <a:buSzPts val="3000"/>
              <a:buNone/>
              <a:defRPr sz="2400">
                <a:latin typeface="Quantico"/>
                <a:ea typeface="Quantico"/>
                <a:cs typeface="Quantico"/>
                <a:sym typeface="Quantico"/>
              </a:defRPr>
            </a:lvl7pPr>
            <a:lvl8pPr lvl="7">
              <a:spcBef>
                <a:spcPts val="0"/>
              </a:spcBef>
              <a:spcAft>
                <a:spcPts val="0"/>
              </a:spcAft>
              <a:buClr>
                <a:schemeClr val="dk1"/>
              </a:buClr>
              <a:buSzPts val="3000"/>
              <a:buNone/>
              <a:defRPr sz="2400">
                <a:latin typeface="Quantico"/>
                <a:ea typeface="Quantico"/>
                <a:cs typeface="Quantico"/>
                <a:sym typeface="Quantico"/>
              </a:defRPr>
            </a:lvl8pPr>
            <a:lvl9pPr lvl="8">
              <a:spcBef>
                <a:spcPts val="0"/>
              </a:spcBef>
              <a:spcAft>
                <a:spcPts val="0"/>
              </a:spcAft>
              <a:buClr>
                <a:schemeClr val="dk1"/>
              </a:buClr>
              <a:buSzPts val="3000"/>
              <a:buNone/>
              <a:defRPr sz="2400">
                <a:latin typeface="Quantico"/>
                <a:ea typeface="Quantico"/>
                <a:cs typeface="Quantico"/>
                <a:sym typeface="Quantico"/>
              </a:defRPr>
            </a:lvl9pPr>
          </a:lstStyle>
          <a:p/>
        </p:txBody>
      </p:sp>
      <p:sp>
        <p:nvSpPr>
          <p:cNvPr id="315" name="Google Shape;315;p26"/>
          <p:cNvSpPr txBox="1"/>
          <p:nvPr>
            <p:ph idx="2" type="title"/>
          </p:nvPr>
        </p:nvSpPr>
        <p:spPr>
          <a:xfrm>
            <a:off x="420000" y="860450"/>
            <a:ext cx="35112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3400"/>
              <a:buNone/>
              <a:defRPr sz="1600">
                <a:latin typeface="Lato"/>
                <a:ea typeface="Lato"/>
                <a:cs typeface="Lato"/>
                <a:sym typeface="Lato"/>
              </a:defRPr>
            </a:lvl1pPr>
            <a:lvl2pPr lvl="1">
              <a:lnSpc>
                <a:spcPct val="100000"/>
              </a:lnSpc>
              <a:spcBef>
                <a:spcPts val="0"/>
              </a:spcBef>
              <a:spcAft>
                <a:spcPts val="0"/>
              </a:spcAft>
              <a:buClr>
                <a:schemeClr val="dk1"/>
              </a:buClr>
              <a:buSzPts val="3400"/>
              <a:buNone/>
              <a:defRPr sz="1600">
                <a:latin typeface="Lato"/>
                <a:ea typeface="Lato"/>
                <a:cs typeface="Lato"/>
                <a:sym typeface="Lato"/>
              </a:defRPr>
            </a:lvl2pPr>
            <a:lvl3pPr lvl="2">
              <a:lnSpc>
                <a:spcPct val="100000"/>
              </a:lnSpc>
              <a:spcBef>
                <a:spcPts val="0"/>
              </a:spcBef>
              <a:spcAft>
                <a:spcPts val="0"/>
              </a:spcAft>
              <a:buClr>
                <a:schemeClr val="dk1"/>
              </a:buClr>
              <a:buSzPts val="3400"/>
              <a:buNone/>
              <a:defRPr sz="1600">
                <a:latin typeface="Lato"/>
                <a:ea typeface="Lato"/>
                <a:cs typeface="Lato"/>
                <a:sym typeface="Lato"/>
              </a:defRPr>
            </a:lvl3pPr>
            <a:lvl4pPr lvl="3">
              <a:lnSpc>
                <a:spcPct val="100000"/>
              </a:lnSpc>
              <a:spcBef>
                <a:spcPts val="0"/>
              </a:spcBef>
              <a:spcAft>
                <a:spcPts val="0"/>
              </a:spcAft>
              <a:buClr>
                <a:schemeClr val="dk1"/>
              </a:buClr>
              <a:buSzPts val="3400"/>
              <a:buNone/>
              <a:defRPr sz="1600">
                <a:latin typeface="Lato"/>
                <a:ea typeface="Lato"/>
                <a:cs typeface="Lato"/>
                <a:sym typeface="Lato"/>
              </a:defRPr>
            </a:lvl4pPr>
            <a:lvl5pPr lvl="4">
              <a:lnSpc>
                <a:spcPct val="100000"/>
              </a:lnSpc>
              <a:spcBef>
                <a:spcPts val="0"/>
              </a:spcBef>
              <a:spcAft>
                <a:spcPts val="0"/>
              </a:spcAft>
              <a:buClr>
                <a:schemeClr val="dk1"/>
              </a:buClr>
              <a:buSzPts val="3400"/>
              <a:buNone/>
              <a:defRPr sz="1600">
                <a:latin typeface="Lato"/>
                <a:ea typeface="Lato"/>
                <a:cs typeface="Lato"/>
                <a:sym typeface="Lato"/>
              </a:defRPr>
            </a:lvl5pPr>
            <a:lvl6pPr lvl="5">
              <a:lnSpc>
                <a:spcPct val="100000"/>
              </a:lnSpc>
              <a:spcBef>
                <a:spcPts val="0"/>
              </a:spcBef>
              <a:spcAft>
                <a:spcPts val="0"/>
              </a:spcAft>
              <a:buClr>
                <a:schemeClr val="dk1"/>
              </a:buClr>
              <a:buSzPts val="3400"/>
              <a:buNone/>
              <a:defRPr sz="1600">
                <a:latin typeface="Lato"/>
                <a:ea typeface="Lato"/>
                <a:cs typeface="Lato"/>
                <a:sym typeface="Lato"/>
              </a:defRPr>
            </a:lvl6pPr>
            <a:lvl7pPr lvl="6">
              <a:lnSpc>
                <a:spcPct val="100000"/>
              </a:lnSpc>
              <a:spcBef>
                <a:spcPts val="0"/>
              </a:spcBef>
              <a:spcAft>
                <a:spcPts val="0"/>
              </a:spcAft>
              <a:buClr>
                <a:schemeClr val="dk1"/>
              </a:buClr>
              <a:buSzPts val="3400"/>
              <a:buNone/>
              <a:defRPr sz="1600">
                <a:latin typeface="Lato"/>
                <a:ea typeface="Lato"/>
                <a:cs typeface="Lato"/>
                <a:sym typeface="Lato"/>
              </a:defRPr>
            </a:lvl7pPr>
            <a:lvl8pPr lvl="7">
              <a:lnSpc>
                <a:spcPct val="100000"/>
              </a:lnSpc>
              <a:spcBef>
                <a:spcPts val="0"/>
              </a:spcBef>
              <a:spcAft>
                <a:spcPts val="0"/>
              </a:spcAft>
              <a:buClr>
                <a:schemeClr val="dk1"/>
              </a:buClr>
              <a:buSzPts val="3400"/>
              <a:buNone/>
              <a:defRPr sz="1600">
                <a:latin typeface="Lato"/>
                <a:ea typeface="Lato"/>
                <a:cs typeface="Lato"/>
                <a:sym typeface="Lato"/>
              </a:defRPr>
            </a:lvl8pPr>
            <a:lvl9pPr lvl="8">
              <a:lnSpc>
                <a:spcPct val="100000"/>
              </a:lnSpc>
              <a:spcBef>
                <a:spcPts val="0"/>
              </a:spcBef>
              <a:spcAft>
                <a:spcPts val="0"/>
              </a:spcAft>
              <a:buClr>
                <a:schemeClr val="dk1"/>
              </a:buClr>
              <a:buSzPts val="3400"/>
              <a:buNone/>
              <a:defRPr sz="1600">
                <a:latin typeface="Lato"/>
                <a:ea typeface="Lato"/>
                <a:cs typeface="Lato"/>
                <a:sym typeface="Lato"/>
              </a:defRPr>
            </a:lvl9pPr>
          </a:lstStyle>
          <a:p/>
        </p:txBody>
      </p:sp>
      <p:sp>
        <p:nvSpPr>
          <p:cNvPr id="316" name="Google Shape;316;p26"/>
          <p:cNvSpPr txBox="1"/>
          <p:nvPr>
            <p:ph idx="3" type="title"/>
          </p:nvPr>
        </p:nvSpPr>
        <p:spPr>
          <a:xfrm>
            <a:off x="5128700" y="3896025"/>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317" name="Google Shape;317;p26"/>
          <p:cNvSpPr txBox="1"/>
          <p:nvPr>
            <p:ph idx="1" type="subTitle"/>
          </p:nvPr>
        </p:nvSpPr>
        <p:spPr>
          <a:xfrm>
            <a:off x="7258100" y="3896025"/>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
        <p:nvSpPr>
          <p:cNvPr id="318" name="Google Shape;318;p26"/>
          <p:cNvSpPr txBox="1"/>
          <p:nvPr>
            <p:ph idx="4" type="title"/>
          </p:nvPr>
        </p:nvSpPr>
        <p:spPr>
          <a:xfrm>
            <a:off x="5128700" y="2838325"/>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319" name="Google Shape;319;p26"/>
          <p:cNvSpPr txBox="1"/>
          <p:nvPr>
            <p:ph idx="5" type="subTitle"/>
          </p:nvPr>
        </p:nvSpPr>
        <p:spPr>
          <a:xfrm>
            <a:off x="7258100" y="2838325"/>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
        <p:nvSpPr>
          <p:cNvPr id="320" name="Google Shape;320;p26"/>
          <p:cNvSpPr txBox="1"/>
          <p:nvPr>
            <p:ph idx="6" type="title"/>
          </p:nvPr>
        </p:nvSpPr>
        <p:spPr>
          <a:xfrm>
            <a:off x="5128700" y="1812925"/>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321" name="Google Shape;321;p26"/>
          <p:cNvSpPr txBox="1"/>
          <p:nvPr>
            <p:ph idx="7" type="subTitle"/>
          </p:nvPr>
        </p:nvSpPr>
        <p:spPr>
          <a:xfrm>
            <a:off x="7258100" y="1812925"/>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
        <p:nvSpPr>
          <p:cNvPr id="322" name="Google Shape;322;p26"/>
          <p:cNvSpPr txBox="1"/>
          <p:nvPr>
            <p:ph idx="8" type="title"/>
          </p:nvPr>
        </p:nvSpPr>
        <p:spPr>
          <a:xfrm>
            <a:off x="5128700" y="838600"/>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323" name="Google Shape;323;p26"/>
          <p:cNvSpPr txBox="1"/>
          <p:nvPr>
            <p:ph idx="9" type="subTitle"/>
          </p:nvPr>
        </p:nvSpPr>
        <p:spPr>
          <a:xfrm>
            <a:off x="7258100" y="838600"/>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1_1">
    <p:bg>
      <p:bgPr>
        <a:solidFill>
          <a:schemeClr val="accent1"/>
        </a:solidFill>
      </p:bgPr>
    </p:bg>
    <p:spTree>
      <p:nvGrpSpPr>
        <p:cNvPr id="324" name="Shape 324"/>
        <p:cNvGrpSpPr/>
        <p:nvPr/>
      </p:nvGrpSpPr>
      <p:grpSpPr>
        <a:xfrm>
          <a:off x="0" y="0"/>
          <a:ext cx="0" cy="0"/>
          <a:chOff x="0" y="0"/>
          <a:chExt cx="0" cy="0"/>
        </a:xfrm>
      </p:grpSpPr>
      <p:sp>
        <p:nvSpPr>
          <p:cNvPr id="325" name="Google Shape;325;p27"/>
          <p:cNvSpPr/>
          <p:nvPr/>
        </p:nvSpPr>
        <p:spPr>
          <a:xfrm flipH="1">
            <a:off x="433300" y="0"/>
            <a:ext cx="85602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26" name="Google Shape;326;p27"/>
          <p:cNvSpPr/>
          <p:nvPr/>
        </p:nvSpPr>
        <p:spPr>
          <a:xfrm flipH="1">
            <a:off x="433300" y="0"/>
            <a:ext cx="84159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27" name="Google Shape;327;p27"/>
          <p:cNvSpPr/>
          <p:nvPr/>
        </p:nvSpPr>
        <p:spPr>
          <a:xfrm flipH="1">
            <a:off x="-10550" y="0"/>
            <a:ext cx="8710800" cy="5143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28" name="Google Shape;328;p27"/>
          <p:cNvSpPr/>
          <p:nvPr/>
        </p:nvSpPr>
        <p:spPr>
          <a:xfrm>
            <a:off x="1504259" y="3582046"/>
            <a:ext cx="3354000" cy="1037700"/>
          </a:xfrm>
          <a:prstGeom prst="snip1Rect">
            <a:avLst>
              <a:gd fmla="val 24462"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29" name="Google Shape;329;p27"/>
          <p:cNvSpPr txBox="1"/>
          <p:nvPr>
            <p:ph type="title"/>
          </p:nvPr>
        </p:nvSpPr>
        <p:spPr>
          <a:xfrm>
            <a:off x="2131600" y="3667325"/>
            <a:ext cx="2026500" cy="367200"/>
          </a:xfrm>
          <a:prstGeom prst="rect">
            <a:avLst/>
          </a:prstGeom>
        </p:spPr>
        <p:txBody>
          <a:bodyPr anchorCtr="0" anchor="ctr" bIns="0" lIns="0" spcFirstLastPara="1" rIns="91425" wrap="square" tIns="0">
            <a:noAutofit/>
          </a:bodyPr>
          <a:lstStyle>
            <a:lvl1pPr lvl="0" algn="ctr">
              <a:lnSpc>
                <a:spcPct val="100000"/>
              </a:lnSpc>
              <a:spcBef>
                <a:spcPts val="0"/>
              </a:spcBef>
              <a:spcAft>
                <a:spcPts val="0"/>
              </a:spcAft>
              <a:buClr>
                <a:schemeClr val="dk1"/>
              </a:buClr>
              <a:buSzPts val="3000"/>
              <a:buNone/>
              <a:defRPr sz="1000"/>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330" name="Google Shape;330;p27"/>
          <p:cNvSpPr txBox="1"/>
          <p:nvPr>
            <p:ph idx="1" type="subTitle"/>
          </p:nvPr>
        </p:nvSpPr>
        <p:spPr>
          <a:xfrm>
            <a:off x="1917225" y="4072850"/>
            <a:ext cx="2536500" cy="546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None/>
              <a:defRPr>
                <a:solidFill>
                  <a:schemeClr val="dk1"/>
                </a:solidFill>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
        <p:nvSpPr>
          <p:cNvPr id="331" name="Google Shape;331;p27"/>
          <p:cNvSpPr/>
          <p:nvPr>
            <p:ph idx="2" type="pic"/>
          </p:nvPr>
        </p:nvSpPr>
        <p:spPr>
          <a:xfrm>
            <a:off x="387475" y="3575855"/>
            <a:ext cx="1309500" cy="1050000"/>
          </a:xfrm>
          <a:prstGeom prst="snip1Rect">
            <a:avLst>
              <a:gd fmla="val 16667" name="adj"/>
            </a:avLst>
          </a:prstGeom>
          <a:noFill/>
          <a:ln>
            <a:noFill/>
          </a:ln>
        </p:spPr>
      </p:sp>
      <p:sp>
        <p:nvSpPr>
          <p:cNvPr id="332" name="Google Shape;332;p27"/>
          <p:cNvSpPr txBox="1"/>
          <p:nvPr>
            <p:ph idx="3" type="title"/>
          </p:nvPr>
        </p:nvSpPr>
        <p:spPr>
          <a:xfrm>
            <a:off x="409500" y="1578275"/>
            <a:ext cx="33540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3400"/>
              <a:buNone/>
              <a:defRPr sz="1600">
                <a:latin typeface="Lato"/>
                <a:ea typeface="Lato"/>
                <a:cs typeface="Lato"/>
                <a:sym typeface="Lato"/>
              </a:defRPr>
            </a:lvl1pPr>
            <a:lvl2pPr lvl="1">
              <a:lnSpc>
                <a:spcPct val="100000"/>
              </a:lnSpc>
              <a:spcBef>
                <a:spcPts val="0"/>
              </a:spcBef>
              <a:spcAft>
                <a:spcPts val="0"/>
              </a:spcAft>
              <a:buClr>
                <a:schemeClr val="dk1"/>
              </a:buClr>
              <a:buSzPts val="3400"/>
              <a:buNone/>
              <a:defRPr sz="1600">
                <a:latin typeface="Lato"/>
                <a:ea typeface="Lato"/>
                <a:cs typeface="Lato"/>
                <a:sym typeface="Lato"/>
              </a:defRPr>
            </a:lvl2pPr>
            <a:lvl3pPr lvl="2">
              <a:lnSpc>
                <a:spcPct val="100000"/>
              </a:lnSpc>
              <a:spcBef>
                <a:spcPts val="0"/>
              </a:spcBef>
              <a:spcAft>
                <a:spcPts val="0"/>
              </a:spcAft>
              <a:buClr>
                <a:schemeClr val="dk1"/>
              </a:buClr>
              <a:buSzPts val="3400"/>
              <a:buNone/>
              <a:defRPr sz="1600">
                <a:latin typeface="Lato"/>
                <a:ea typeface="Lato"/>
                <a:cs typeface="Lato"/>
                <a:sym typeface="Lato"/>
              </a:defRPr>
            </a:lvl3pPr>
            <a:lvl4pPr lvl="3">
              <a:lnSpc>
                <a:spcPct val="100000"/>
              </a:lnSpc>
              <a:spcBef>
                <a:spcPts val="0"/>
              </a:spcBef>
              <a:spcAft>
                <a:spcPts val="0"/>
              </a:spcAft>
              <a:buClr>
                <a:schemeClr val="dk1"/>
              </a:buClr>
              <a:buSzPts val="3400"/>
              <a:buNone/>
              <a:defRPr sz="1600">
                <a:latin typeface="Lato"/>
                <a:ea typeface="Lato"/>
                <a:cs typeface="Lato"/>
                <a:sym typeface="Lato"/>
              </a:defRPr>
            </a:lvl4pPr>
            <a:lvl5pPr lvl="4">
              <a:lnSpc>
                <a:spcPct val="100000"/>
              </a:lnSpc>
              <a:spcBef>
                <a:spcPts val="0"/>
              </a:spcBef>
              <a:spcAft>
                <a:spcPts val="0"/>
              </a:spcAft>
              <a:buClr>
                <a:schemeClr val="dk1"/>
              </a:buClr>
              <a:buSzPts val="3400"/>
              <a:buNone/>
              <a:defRPr sz="1600">
                <a:latin typeface="Lato"/>
                <a:ea typeface="Lato"/>
                <a:cs typeface="Lato"/>
                <a:sym typeface="Lato"/>
              </a:defRPr>
            </a:lvl5pPr>
            <a:lvl6pPr lvl="5">
              <a:lnSpc>
                <a:spcPct val="100000"/>
              </a:lnSpc>
              <a:spcBef>
                <a:spcPts val="0"/>
              </a:spcBef>
              <a:spcAft>
                <a:spcPts val="0"/>
              </a:spcAft>
              <a:buClr>
                <a:schemeClr val="dk1"/>
              </a:buClr>
              <a:buSzPts val="3400"/>
              <a:buNone/>
              <a:defRPr sz="1600">
                <a:latin typeface="Lato"/>
                <a:ea typeface="Lato"/>
                <a:cs typeface="Lato"/>
                <a:sym typeface="Lato"/>
              </a:defRPr>
            </a:lvl6pPr>
            <a:lvl7pPr lvl="6">
              <a:lnSpc>
                <a:spcPct val="100000"/>
              </a:lnSpc>
              <a:spcBef>
                <a:spcPts val="0"/>
              </a:spcBef>
              <a:spcAft>
                <a:spcPts val="0"/>
              </a:spcAft>
              <a:buClr>
                <a:schemeClr val="dk1"/>
              </a:buClr>
              <a:buSzPts val="3400"/>
              <a:buNone/>
              <a:defRPr sz="1600">
                <a:latin typeface="Lato"/>
                <a:ea typeface="Lato"/>
                <a:cs typeface="Lato"/>
                <a:sym typeface="Lato"/>
              </a:defRPr>
            </a:lvl7pPr>
            <a:lvl8pPr lvl="7">
              <a:lnSpc>
                <a:spcPct val="100000"/>
              </a:lnSpc>
              <a:spcBef>
                <a:spcPts val="0"/>
              </a:spcBef>
              <a:spcAft>
                <a:spcPts val="0"/>
              </a:spcAft>
              <a:buClr>
                <a:schemeClr val="dk1"/>
              </a:buClr>
              <a:buSzPts val="3400"/>
              <a:buNone/>
              <a:defRPr sz="1600">
                <a:latin typeface="Lato"/>
                <a:ea typeface="Lato"/>
                <a:cs typeface="Lato"/>
                <a:sym typeface="Lato"/>
              </a:defRPr>
            </a:lvl8pPr>
            <a:lvl9pPr lvl="8">
              <a:lnSpc>
                <a:spcPct val="100000"/>
              </a:lnSpc>
              <a:spcBef>
                <a:spcPts val="0"/>
              </a:spcBef>
              <a:spcAft>
                <a:spcPts val="0"/>
              </a:spcAft>
              <a:buClr>
                <a:schemeClr val="dk1"/>
              </a:buClr>
              <a:buSzPts val="3400"/>
              <a:buNone/>
              <a:defRPr sz="1600">
                <a:latin typeface="Lato"/>
                <a:ea typeface="Lato"/>
                <a:cs typeface="Lato"/>
                <a:sym typeface="Lato"/>
              </a:defRPr>
            </a:lvl9pPr>
          </a:lstStyle>
          <a:p/>
        </p:txBody>
      </p:sp>
      <p:sp>
        <p:nvSpPr>
          <p:cNvPr id="333" name="Google Shape;333;p27"/>
          <p:cNvSpPr txBox="1"/>
          <p:nvPr>
            <p:ph idx="4" type="title"/>
          </p:nvPr>
        </p:nvSpPr>
        <p:spPr>
          <a:xfrm>
            <a:off x="409500" y="401500"/>
            <a:ext cx="3748500" cy="1091100"/>
          </a:xfrm>
          <a:prstGeom prst="rect">
            <a:avLst/>
          </a:prstGeom>
        </p:spPr>
        <p:txBody>
          <a:bodyPr anchorCtr="0" anchor="ctr" bIns="0" lIns="0" spcFirstLastPara="1" rIns="91425" wrap="square" tIns="0">
            <a:noAutofit/>
          </a:bodyPr>
          <a:lstStyle>
            <a:lvl1pPr lvl="0">
              <a:lnSpc>
                <a:spcPct val="90000"/>
              </a:lnSpc>
              <a:spcBef>
                <a:spcPts val="0"/>
              </a:spcBef>
              <a:spcAft>
                <a:spcPts val="0"/>
              </a:spcAft>
              <a:buClr>
                <a:schemeClr val="dk1"/>
              </a:buClr>
              <a:buSzPts val="4800"/>
              <a:buNone/>
              <a:defRPr sz="4800"/>
            </a:lvl1pPr>
            <a:lvl2pPr lvl="1">
              <a:spcBef>
                <a:spcPts val="0"/>
              </a:spcBef>
              <a:spcAft>
                <a:spcPts val="0"/>
              </a:spcAft>
              <a:buClr>
                <a:schemeClr val="dk1"/>
              </a:buClr>
              <a:buSzPts val="4800"/>
              <a:buNone/>
              <a:defRPr sz="4800">
                <a:latin typeface="Quantico"/>
                <a:ea typeface="Quantico"/>
                <a:cs typeface="Quantico"/>
                <a:sym typeface="Quantico"/>
              </a:defRPr>
            </a:lvl2pPr>
            <a:lvl3pPr lvl="2">
              <a:spcBef>
                <a:spcPts val="0"/>
              </a:spcBef>
              <a:spcAft>
                <a:spcPts val="0"/>
              </a:spcAft>
              <a:buClr>
                <a:schemeClr val="dk1"/>
              </a:buClr>
              <a:buSzPts val="4800"/>
              <a:buNone/>
              <a:defRPr sz="4800">
                <a:latin typeface="Quantico"/>
                <a:ea typeface="Quantico"/>
                <a:cs typeface="Quantico"/>
                <a:sym typeface="Quantico"/>
              </a:defRPr>
            </a:lvl3pPr>
            <a:lvl4pPr lvl="3">
              <a:spcBef>
                <a:spcPts val="0"/>
              </a:spcBef>
              <a:spcAft>
                <a:spcPts val="0"/>
              </a:spcAft>
              <a:buClr>
                <a:schemeClr val="dk1"/>
              </a:buClr>
              <a:buSzPts val="4800"/>
              <a:buNone/>
              <a:defRPr sz="4800">
                <a:latin typeface="Quantico"/>
                <a:ea typeface="Quantico"/>
                <a:cs typeface="Quantico"/>
                <a:sym typeface="Quantico"/>
              </a:defRPr>
            </a:lvl4pPr>
            <a:lvl5pPr lvl="4">
              <a:spcBef>
                <a:spcPts val="0"/>
              </a:spcBef>
              <a:spcAft>
                <a:spcPts val="0"/>
              </a:spcAft>
              <a:buClr>
                <a:schemeClr val="dk1"/>
              </a:buClr>
              <a:buSzPts val="4800"/>
              <a:buNone/>
              <a:defRPr sz="4800">
                <a:latin typeface="Quantico"/>
                <a:ea typeface="Quantico"/>
                <a:cs typeface="Quantico"/>
                <a:sym typeface="Quantico"/>
              </a:defRPr>
            </a:lvl5pPr>
            <a:lvl6pPr lvl="5">
              <a:spcBef>
                <a:spcPts val="0"/>
              </a:spcBef>
              <a:spcAft>
                <a:spcPts val="0"/>
              </a:spcAft>
              <a:buClr>
                <a:schemeClr val="dk1"/>
              </a:buClr>
              <a:buSzPts val="4800"/>
              <a:buNone/>
              <a:defRPr sz="4800">
                <a:latin typeface="Quantico"/>
                <a:ea typeface="Quantico"/>
                <a:cs typeface="Quantico"/>
                <a:sym typeface="Quantico"/>
              </a:defRPr>
            </a:lvl6pPr>
            <a:lvl7pPr lvl="6">
              <a:spcBef>
                <a:spcPts val="0"/>
              </a:spcBef>
              <a:spcAft>
                <a:spcPts val="0"/>
              </a:spcAft>
              <a:buClr>
                <a:schemeClr val="dk1"/>
              </a:buClr>
              <a:buSzPts val="4800"/>
              <a:buNone/>
              <a:defRPr sz="4800">
                <a:latin typeface="Quantico"/>
                <a:ea typeface="Quantico"/>
                <a:cs typeface="Quantico"/>
                <a:sym typeface="Quantico"/>
              </a:defRPr>
            </a:lvl7pPr>
            <a:lvl8pPr lvl="7">
              <a:spcBef>
                <a:spcPts val="0"/>
              </a:spcBef>
              <a:spcAft>
                <a:spcPts val="0"/>
              </a:spcAft>
              <a:buClr>
                <a:schemeClr val="dk1"/>
              </a:buClr>
              <a:buSzPts val="4800"/>
              <a:buNone/>
              <a:defRPr sz="4800">
                <a:latin typeface="Quantico"/>
                <a:ea typeface="Quantico"/>
                <a:cs typeface="Quantico"/>
                <a:sym typeface="Quantico"/>
              </a:defRPr>
            </a:lvl8pPr>
            <a:lvl9pPr lvl="8">
              <a:spcBef>
                <a:spcPts val="0"/>
              </a:spcBef>
              <a:spcAft>
                <a:spcPts val="0"/>
              </a:spcAft>
              <a:buClr>
                <a:schemeClr val="dk1"/>
              </a:buClr>
              <a:buSzPts val="4800"/>
              <a:buNone/>
              <a:defRPr sz="4800">
                <a:latin typeface="Quantico"/>
                <a:ea typeface="Quantico"/>
                <a:cs typeface="Quantico"/>
                <a:sym typeface="Quantico"/>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4" name="Shape 334"/>
        <p:cNvGrpSpPr/>
        <p:nvPr/>
      </p:nvGrpSpPr>
      <p:grpSpPr>
        <a:xfrm>
          <a:off x="0" y="0"/>
          <a:ext cx="0" cy="0"/>
          <a:chOff x="0" y="0"/>
          <a:chExt cx="0" cy="0"/>
        </a:xfrm>
      </p:grpSpPr>
      <p:sp>
        <p:nvSpPr>
          <p:cNvPr id="335" name="Google Shape;335;p28"/>
          <p:cNvSpPr txBox="1"/>
          <p:nvPr>
            <p:ph type="title"/>
          </p:nvPr>
        </p:nvSpPr>
        <p:spPr>
          <a:xfrm>
            <a:off x="311700" y="2150850"/>
            <a:ext cx="8520600" cy="841800"/>
          </a:xfrm>
          <a:prstGeom prst="rect">
            <a:avLst/>
          </a:prstGeom>
        </p:spPr>
        <p:txBody>
          <a:bodyPr anchorCtr="0" anchor="ctr" bIns="0" lIns="0" spcFirstLastPara="1" rIns="91425"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6" name="Shape 336"/>
        <p:cNvGrpSpPr/>
        <p:nvPr/>
      </p:nvGrpSpPr>
      <p:grpSpPr>
        <a:xfrm>
          <a:off x="0" y="0"/>
          <a:ext cx="0" cy="0"/>
          <a:chOff x="0" y="0"/>
          <a:chExt cx="0" cy="0"/>
        </a:xfrm>
      </p:grpSpPr>
      <p:sp>
        <p:nvSpPr>
          <p:cNvPr id="337" name="Google Shape;337;p29"/>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8" name="Google Shape;338;p29"/>
          <p:cNvSpPr txBox="1"/>
          <p:nvPr>
            <p:ph idx="1" type="body"/>
          </p:nvPr>
        </p:nvSpPr>
        <p:spPr>
          <a:xfrm>
            <a:off x="311700" y="1152475"/>
            <a:ext cx="8520600" cy="34164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39" name="Shape 339"/>
        <p:cNvGrpSpPr/>
        <p:nvPr/>
      </p:nvGrpSpPr>
      <p:grpSpPr>
        <a:xfrm>
          <a:off x="0" y="0"/>
          <a:ext cx="0" cy="0"/>
          <a:chOff x="0" y="0"/>
          <a:chExt cx="0" cy="0"/>
        </a:xfrm>
      </p:grpSpPr>
      <p:sp>
        <p:nvSpPr>
          <p:cNvPr id="340" name="Google Shape;340;p30"/>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1" name="Shape 341"/>
        <p:cNvGrpSpPr/>
        <p:nvPr/>
      </p:nvGrpSpPr>
      <p:grpSpPr>
        <a:xfrm>
          <a:off x="0" y="0"/>
          <a:ext cx="0" cy="0"/>
          <a:chOff x="0" y="0"/>
          <a:chExt cx="0" cy="0"/>
        </a:xfrm>
      </p:grpSpPr>
      <p:sp>
        <p:nvSpPr>
          <p:cNvPr id="342" name="Google Shape;342;p31"/>
          <p:cNvSpPr txBox="1"/>
          <p:nvPr>
            <p:ph type="title"/>
          </p:nvPr>
        </p:nvSpPr>
        <p:spPr>
          <a:xfrm>
            <a:off x="311700" y="555600"/>
            <a:ext cx="2808000" cy="755700"/>
          </a:xfrm>
          <a:prstGeom prst="rect">
            <a:avLst/>
          </a:prstGeom>
        </p:spPr>
        <p:txBody>
          <a:bodyPr anchorCtr="0" anchor="b" bIns="0" lIns="0" spcFirstLastPara="1" rIns="91425"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3" name="Google Shape;343;p31"/>
          <p:cNvSpPr txBox="1"/>
          <p:nvPr>
            <p:ph idx="1" type="body"/>
          </p:nvPr>
        </p:nvSpPr>
        <p:spPr>
          <a:xfrm>
            <a:off x="311700" y="1389600"/>
            <a:ext cx="2808000" cy="31794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44" name="Shape 344"/>
        <p:cNvGrpSpPr/>
        <p:nvPr/>
      </p:nvGrpSpPr>
      <p:grpSpPr>
        <a:xfrm>
          <a:off x="0" y="0"/>
          <a:ext cx="0" cy="0"/>
          <a:chOff x="0" y="0"/>
          <a:chExt cx="0" cy="0"/>
        </a:xfrm>
      </p:grpSpPr>
      <p:sp>
        <p:nvSpPr>
          <p:cNvPr id="345" name="Google Shape;345;p32"/>
          <p:cNvSpPr txBox="1"/>
          <p:nvPr>
            <p:ph type="title"/>
          </p:nvPr>
        </p:nvSpPr>
        <p:spPr>
          <a:xfrm>
            <a:off x="490250" y="450150"/>
            <a:ext cx="6367800" cy="4090800"/>
          </a:xfrm>
          <a:prstGeom prst="rect">
            <a:avLst/>
          </a:prstGeom>
        </p:spPr>
        <p:txBody>
          <a:bodyPr anchorCtr="0" anchor="ctr" bIns="0" lIns="0" spcFirstLastPara="1" rIns="91425"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46" name="Shape 346"/>
        <p:cNvGrpSpPr/>
        <p:nvPr/>
      </p:nvGrpSpPr>
      <p:grpSpPr>
        <a:xfrm>
          <a:off x="0" y="0"/>
          <a:ext cx="0" cy="0"/>
          <a:chOff x="0" y="0"/>
          <a:chExt cx="0" cy="0"/>
        </a:xfrm>
      </p:grpSpPr>
      <p:sp>
        <p:nvSpPr>
          <p:cNvPr id="347" name="Google Shape;347;p33"/>
          <p:cNvSpPr txBox="1"/>
          <p:nvPr>
            <p:ph type="title"/>
          </p:nvPr>
        </p:nvSpPr>
        <p:spPr>
          <a:xfrm>
            <a:off x="265500" y="1233175"/>
            <a:ext cx="4045200" cy="1482300"/>
          </a:xfrm>
          <a:prstGeom prst="rect">
            <a:avLst/>
          </a:prstGeom>
        </p:spPr>
        <p:txBody>
          <a:bodyPr anchorCtr="0" anchor="b" bIns="0" lIns="0" spcFirstLastPara="1" rIns="91425"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48" name="Google Shape;348;p33"/>
          <p:cNvSpPr txBox="1"/>
          <p:nvPr>
            <p:ph idx="1" type="subTitle"/>
          </p:nvPr>
        </p:nvSpPr>
        <p:spPr>
          <a:xfrm>
            <a:off x="265500" y="2803075"/>
            <a:ext cx="4045200" cy="1235100"/>
          </a:xfrm>
          <a:prstGeom prst="rect">
            <a:avLst/>
          </a:prstGeom>
        </p:spPr>
        <p:txBody>
          <a:bodyPr anchorCtr="0" anchor="t" bIns="0" lIns="0" spcFirstLastPara="1" rIns="91425" wrap="square" tIns="0">
            <a:noAutofit/>
          </a:bodyPr>
          <a:lstStyle>
            <a:lvl1pPr lvl="0" algn="ctr">
              <a:lnSpc>
                <a:spcPct val="100000"/>
              </a:lnSpc>
              <a:spcBef>
                <a:spcPts val="0"/>
              </a:spcBef>
              <a:spcAft>
                <a:spcPts val="0"/>
              </a:spcAft>
              <a:buSzPts val="2100"/>
              <a:buNone/>
              <a:defRPr sz="2100"/>
            </a:lvl1pPr>
            <a:lvl2pPr lvl="1" algn="ctr">
              <a:lnSpc>
                <a:spcPct val="100000"/>
              </a:lnSpc>
              <a:spcBef>
                <a:spcPts val="1000"/>
              </a:spcBef>
              <a:spcAft>
                <a:spcPts val="0"/>
              </a:spcAft>
              <a:buSzPts val="2100"/>
              <a:buNone/>
              <a:defRPr sz="2100"/>
            </a:lvl2pPr>
            <a:lvl3pPr lvl="2" algn="ctr">
              <a:lnSpc>
                <a:spcPct val="100000"/>
              </a:lnSpc>
              <a:spcBef>
                <a:spcPts val="1000"/>
              </a:spcBef>
              <a:spcAft>
                <a:spcPts val="0"/>
              </a:spcAft>
              <a:buSzPts val="2100"/>
              <a:buNone/>
              <a:defRPr sz="2100"/>
            </a:lvl3pPr>
            <a:lvl4pPr lvl="3" algn="ctr">
              <a:lnSpc>
                <a:spcPct val="100000"/>
              </a:lnSpc>
              <a:spcBef>
                <a:spcPts val="1000"/>
              </a:spcBef>
              <a:spcAft>
                <a:spcPts val="0"/>
              </a:spcAft>
              <a:buSzPts val="2100"/>
              <a:buNone/>
              <a:defRPr sz="2100"/>
            </a:lvl4pPr>
            <a:lvl5pPr lvl="4" algn="ctr">
              <a:lnSpc>
                <a:spcPct val="100000"/>
              </a:lnSpc>
              <a:spcBef>
                <a:spcPts val="1000"/>
              </a:spcBef>
              <a:spcAft>
                <a:spcPts val="0"/>
              </a:spcAft>
              <a:buSzPts val="2100"/>
              <a:buNone/>
              <a:defRPr sz="2100"/>
            </a:lvl5pPr>
            <a:lvl6pPr lvl="5" algn="ctr">
              <a:lnSpc>
                <a:spcPct val="100000"/>
              </a:lnSpc>
              <a:spcBef>
                <a:spcPts val="1000"/>
              </a:spcBef>
              <a:spcAft>
                <a:spcPts val="0"/>
              </a:spcAft>
              <a:buSzPts val="2100"/>
              <a:buNone/>
              <a:defRPr sz="2100"/>
            </a:lvl6pPr>
            <a:lvl7pPr lvl="6" algn="ctr">
              <a:lnSpc>
                <a:spcPct val="100000"/>
              </a:lnSpc>
              <a:spcBef>
                <a:spcPts val="1000"/>
              </a:spcBef>
              <a:spcAft>
                <a:spcPts val="0"/>
              </a:spcAft>
              <a:buSzPts val="2100"/>
              <a:buNone/>
              <a:defRPr sz="2100"/>
            </a:lvl7pPr>
            <a:lvl8pPr lvl="7" algn="ctr">
              <a:lnSpc>
                <a:spcPct val="100000"/>
              </a:lnSpc>
              <a:spcBef>
                <a:spcPts val="1000"/>
              </a:spcBef>
              <a:spcAft>
                <a:spcPts val="0"/>
              </a:spcAft>
              <a:buSzPts val="2100"/>
              <a:buNone/>
              <a:defRPr sz="2100"/>
            </a:lvl8pPr>
            <a:lvl9pPr lvl="8" algn="ctr">
              <a:lnSpc>
                <a:spcPct val="100000"/>
              </a:lnSpc>
              <a:spcBef>
                <a:spcPts val="1000"/>
              </a:spcBef>
              <a:spcAft>
                <a:spcPts val="0"/>
              </a:spcAft>
              <a:buSzPts val="2100"/>
              <a:buNone/>
              <a:defRPr sz="2100"/>
            </a:lvl9pPr>
          </a:lstStyle>
          <a:p/>
        </p:txBody>
      </p:sp>
      <p:sp>
        <p:nvSpPr>
          <p:cNvPr id="349" name="Google Shape;349;p33"/>
          <p:cNvSpPr txBox="1"/>
          <p:nvPr>
            <p:ph idx="2" type="body"/>
          </p:nvPr>
        </p:nvSpPr>
        <p:spPr>
          <a:xfrm>
            <a:off x="4939500" y="724075"/>
            <a:ext cx="3837000" cy="3695100"/>
          </a:xfrm>
          <a:prstGeom prst="rect">
            <a:avLst/>
          </a:prstGeom>
        </p:spPr>
        <p:txBody>
          <a:bodyPr anchorCtr="0" anchor="ctr"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0" name="Shape 350"/>
        <p:cNvGrpSpPr/>
        <p:nvPr/>
      </p:nvGrpSpPr>
      <p:grpSpPr>
        <a:xfrm>
          <a:off x="0" y="0"/>
          <a:ext cx="0" cy="0"/>
          <a:chOff x="0" y="0"/>
          <a:chExt cx="0" cy="0"/>
        </a:xfrm>
      </p:grpSpPr>
      <p:sp>
        <p:nvSpPr>
          <p:cNvPr id="351" name="Google Shape;351;p34"/>
          <p:cNvSpPr txBox="1"/>
          <p:nvPr>
            <p:ph idx="1" type="body"/>
          </p:nvPr>
        </p:nvSpPr>
        <p:spPr>
          <a:xfrm>
            <a:off x="311700" y="4230575"/>
            <a:ext cx="5998800" cy="605100"/>
          </a:xfrm>
          <a:prstGeom prst="rect">
            <a:avLst/>
          </a:prstGeom>
        </p:spPr>
        <p:txBody>
          <a:bodyPr anchorCtr="0" anchor="ctr" bIns="0" lIns="0" spcFirstLastPara="1" rIns="91425" wrap="square" tIns="0">
            <a:noAutofit/>
          </a:bodyPr>
          <a:lstStyle>
            <a:lvl1pPr indent="-228600" lvl="0" marL="457200">
              <a:lnSpc>
                <a:spcPct val="100000"/>
              </a:lnSpc>
              <a:spcBef>
                <a:spcPts val="0"/>
              </a:spcBef>
              <a:spcAft>
                <a:spcPts val="0"/>
              </a:spcAft>
              <a:buSzPts val="1000"/>
              <a:buNone/>
              <a:defRPr/>
            </a:lvl1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2" name="Shape 352"/>
        <p:cNvGrpSpPr/>
        <p:nvPr/>
      </p:nvGrpSpPr>
      <p:grpSpPr>
        <a:xfrm>
          <a:off x="0" y="0"/>
          <a:ext cx="0" cy="0"/>
          <a:chOff x="0" y="0"/>
          <a:chExt cx="0" cy="0"/>
        </a:xfrm>
      </p:grpSpPr>
      <p:sp>
        <p:nvSpPr>
          <p:cNvPr id="353" name="Google Shape;353;p35"/>
          <p:cNvSpPr txBox="1"/>
          <p:nvPr>
            <p:ph hasCustomPrompt="1" type="title"/>
          </p:nvPr>
        </p:nvSpPr>
        <p:spPr>
          <a:xfrm>
            <a:off x="311700" y="1106125"/>
            <a:ext cx="8520600" cy="1963500"/>
          </a:xfrm>
          <a:prstGeom prst="rect">
            <a:avLst/>
          </a:prstGeom>
        </p:spPr>
        <p:txBody>
          <a:bodyPr anchorCtr="0" anchor="b" bIns="0" lIns="0" spcFirstLastPara="1" rIns="91425"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54" name="Google Shape;354;p35"/>
          <p:cNvSpPr txBox="1"/>
          <p:nvPr>
            <p:ph idx="1" type="body"/>
          </p:nvPr>
        </p:nvSpPr>
        <p:spPr>
          <a:xfrm>
            <a:off x="311700" y="3152225"/>
            <a:ext cx="8520600" cy="1300800"/>
          </a:xfrm>
          <a:prstGeom prst="rect">
            <a:avLst/>
          </a:prstGeom>
        </p:spPr>
        <p:txBody>
          <a:bodyPr anchorCtr="0" anchor="t" bIns="0" lIns="0" spcFirstLastPara="1" rIns="91425" wrap="square" tIns="0">
            <a:noAutofit/>
          </a:bodyPr>
          <a:lstStyle>
            <a:lvl1pPr indent="-292100" lvl="0" marL="457200" algn="ctr">
              <a:spcBef>
                <a:spcPts val="0"/>
              </a:spcBef>
              <a:spcAft>
                <a:spcPts val="0"/>
              </a:spcAft>
              <a:buSzPts val="1000"/>
              <a:buChar char="●"/>
              <a:defRPr/>
            </a:lvl1pPr>
            <a:lvl2pPr indent="-292100" lvl="1" marL="914400" algn="ctr">
              <a:spcBef>
                <a:spcPts val="1000"/>
              </a:spcBef>
              <a:spcAft>
                <a:spcPts val="0"/>
              </a:spcAft>
              <a:buSzPts val="1000"/>
              <a:buChar char="○"/>
              <a:defRPr/>
            </a:lvl2pPr>
            <a:lvl3pPr indent="-292100" lvl="2" marL="1371600" algn="ctr">
              <a:spcBef>
                <a:spcPts val="1000"/>
              </a:spcBef>
              <a:spcAft>
                <a:spcPts val="0"/>
              </a:spcAft>
              <a:buSzPts val="1000"/>
              <a:buChar char="■"/>
              <a:defRPr/>
            </a:lvl3pPr>
            <a:lvl4pPr indent="-292100" lvl="3" marL="1828800" algn="ctr">
              <a:spcBef>
                <a:spcPts val="1000"/>
              </a:spcBef>
              <a:spcAft>
                <a:spcPts val="0"/>
              </a:spcAft>
              <a:buSzPts val="1000"/>
              <a:buChar char="●"/>
              <a:defRPr/>
            </a:lvl4pPr>
            <a:lvl5pPr indent="-292100" lvl="4" marL="2286000" algn="ctr">
              <a:spcBef>
                <a:spcPts val="1000"/>
              </a:spcBef>
              <a:spcAft>
                <a:spcPts val="0"/>
              </a:spcAft>
              <a:buSzPts val="1000"/>
              <a:buChar char="○"/>
              <a:defRPr/>
            </a:lvl5pPr>
            <a:lvl6pPr indent="-292100" lvl="5" marL="2743200" algn="ctr">
              <a:spcBef>
                <a:spcPts val="1000"/>
              </a:spcBef>
              <a:spcAft>
                <a:spcPts val="0"/>
              </a:spcAft>
              <a:buSzPts val="1000"/>
              <a:buChar char="■"/>
              <a:defRPr/>
            </a:lvl6pPr>
            <a:lvl7pPr indent="-292100" lvl="6" marL="3200400" algn="ctr">
              <a:spcBef>
                <a:spcPts val="1000"/>
              </a:spcBef>
              <a:spcAft>
                <a:spcPts val="0"/>
              </a:spcAft>
              <a:buSzPts val="1000"/>
              <a:buChar char="●"/>
              <a:defRPr/>
            </a:lvl7pPr>
            <a:lvl8pPr indent="-292100" lvl="7" marL="3657600" algn="ctr">
              <a:spcBef>
                <a:spcPts val="1000"/>
              </a:spcBef>
              <a:spcAft>
                <a:spcPts val="0"/>
              </a:spcAft>
              <a:buSzPts val="1000"/>
              <a:buChar char="○"/>
              <a:defRPr/>
            </a:lvl8pPr>
            <a:lvl9pPr indent="-292100" lvl="8" marL="4114800" algn="ctr">
              <a:spcBef>
                <a:spcPts val="1000"/>
              </a:spcBef>
              <a:spcAft>
                <a:spcPts val="1000"/>
              </a:spcAft>
              <a:buSzPts val="10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55" name="Shape 355"/>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56" name="Shape 356"/>
        <p:cNvGrpSpPr/>
        <p:nvPr/>
      </p:nvGrpSpPr>
      <p:grpSpPr>
        <a:xfrm>
          <a:off x="0" y="0"/>
          <a:ext cx="0" cy="0"/>
          <a:chOff x="0" y="0"/>
          <a:chExt cx="0" cy="0"/>
        </a:xfrm>
      </p:grpSpPr>
      <p:sp>
        <p:nvSpPr>
          <p:cNvPr id="357" name="Google Shape;357;p37"/>
          <p:cNvSpPr txBox="1"/>
          <p:nvPr>
            <p:ph type="title"/>
          </p:nvPr>
        </p:nvSpPr>
        <p:spPr>
          <a:xfrm>
            <a:off x="677325" y="1832775"/>
            <a:ext cx="3217200" cy="1484100"/>
          </a:xfrm>
          <a:prstGeom prst="rect">
            <a:avLst/>
          </a:prstGeom>
        </p:spPr>
        <p:txBody>
          <a:bodyPr anchorCtr="0" anchor="ctr" bIns="0" lIns="0" spcFirstLastPara="1" rIns="91425" wrap="square" tIns="0">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58" name="Google Shape;358;p37"/>
          <p:cNvSpPr txBox="1"/>
          <p:nvPr>
            <p:ph idx="1" type="subTitle"/>
          </p:nvPr>
        </p:nvSpPr>
        <p:spPr>
          <a:xfrm>
            <a:off x="4406650" y="393750"/>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59" name="Google Shape;359;p37"/>
          <p:cNvSpPr txBox="1"/>
          <p:nvPr>
            <p:ph idx="2" type="subTitle"/>
          </p:nvPr>
        </p:nvSpPr>
        <p:spPr>
          <a:xfrm>
            <a:off x="4406650" y="1151705"/>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60" name="Google Shape;360;p37"/>
          <p:cNvSpPr txBox="1"/>
          <p:nvPr>
            <p:ph idx="3" type="subTitle"/>
          </p:nvPr>
        </p:nvSpPr>
        <p:spPr>
          <a:xfrm>
            <a:off x="4406650" y="3425570"/>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61" name="Google Shape;361;p37"/>
          <p:cNvSpPr txBox="1"/>
          <p:nvPr>
            <p:ph idx="4" type="subTitle"/>
          </p:nvPr>
        </p:nvSpPr>
        <p:spPr>
          <a:xfrm>
            <a:off x="4406650" y="1909660"/>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62" name="Google Shape;362;p37"/>
          <p:cNvSpPr txBox="1"/>
          <p:nvPr>
            <p:ph idx="5" type="subTitle"/>
          </p:nvPr>
        </p:nvSpPr>
        <p:spPr>
          <a:xfrm>
            <a:off x="4406650" y="4183525"/>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63" name="Google Shape;363;p37"/>
          <p:cNvSpPr txBox="1"/>
          <p:nvPr>
            <p:ph idx="6" type="subTitle"/>
          </p:nvPr>
        </p:nvSpPr>
        <p:spPr>
          <a:xfrm>
            <a:off x="4406650" y="2667615"/>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64" name="Shape 364"/>
        <p:cNvGrpSpPr/>
        <p:nvPr/>
      </p:nvGrpSpPr>
      <p:grpSpPr>
        <a:xfrm>
          <a:off x="0" y="0"/>
          <a:ext cx="0" cy="0"/>
          <a:chOff x="0" y="0"/>
          <a:chExt cx="0" cy="0"/>
        </a:xfrm>
      </p:grpSpPr>
      <p:sp>
        <p:nvSpPr>
          <p:cNvPr id="365" name="Google Shape;365;p38"/>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6" name="Google Shape;366;p38"/>
          <p:cNvSpPr txBox="1"/>
          <p:nvPr>
            <p:ph idx="1" type="body"/>
          </p:nvPr>
        </p:nvSpPr>
        <p:spPr>
          <a:xfrm>
            <a:off x="311700" y="1152475"/>
            <a:ext cx="4473900" cy="34164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67" name="Google Shape;367;p3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68" name="Shape 368"/>
        <p:cNvGrpSpPr/>
        <p:nvPr/>
      </p:nvGrpSpPr>
      <p:grpSpPr>
        <a:xfrm>
          <a:off x="0" y="0"/>
          <a:ext cx="0" cy="0"/>
          <a:chOff x="0" y="0"/>
          <a:chExt cx="0" cy="0"/>
        </a:xfrm>
      </p:grpSpPr>
      <p:sp>
        <p:nvSpPr>
          <p:cNvPr id="369" name="Google Shape;369;p39"/>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0" name="Google Shape;370;p39"/>
          <p:cNvSpPr txBox="1"/>
          <p:nvPr>
            <p:ph idx="1" type="body"/>
          </p:nvPr>
        </p:nvSpPr>
        <p:spPr>
          <a:xfrm>
            <a:off x="483150" y="2237788"/>
            <a:ext cx="36198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71" name="Google Shape;371;p39"/>
          <p:cNvSpPr txBox="1"/>
          <p:nvPr>
            <p:ph idx="2" type="body"/>
          </p:nvPr>
        </p:nvSpPr>
        <p:spPr>
          <a:xfrm>
            <a:off x="5048000" y="2237788"/>
            <a:ext cx="36198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72" name="Google Shape;372;p39"/>
          <p:cNvSpPr txBox="1"/>
          <p:nvPr>
            <p:ph idx="3" type="subTitle"/>
          </p:nvPr>
        </p:nvSpPr>
        <p:spPr>
          <a:xfrm>
            <a:off x="483150" y="1336161"/>
            <a:ext cx="36198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73" name="Google Shape;373;p39"/>
          <p:cNvSpPr txBox="1"/>
          <p:nvPr>
            <p:ph idx="4" type="subTitle"/>
          </p:nvPr>
        </p:nvSpPr>
        <p:spPr>
          <a:xfrm>
            <a:off x="5048000" y="1336161"/>
            <a:ext cx="36198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74" name="Shape 374"/>
        <p:cNvGrpSpPr/>
        <p:nvPr/>
      </p:nvGrpSpPr>
      <p:grpSpPr>
        <a:xfrm>
          <a:off x="0" y="0"/>
          <a:ext cx="0" cy="0"/>
          <a:chOff x="0" y="0"/>
          <a:chExt cx="0" cy="0"/>
        </a:xfrm>
      </p:grpSpPr>
      <p:sp>
        <p:nvSpPr>
          <p:cNvPr id="375" name="Google Shape;375;p40"/>
          <p:cNvSpPr txBox="1"/>
          <p:nvPr>
            <p:ph idx="1" type="body"/>
          </p:nvPr>
        </p:nvSpPr>
        <p:spPr>
          <a:xfrm>
            <a:off x="483175" y="2417500"/>
            <a:ext cx="24555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76" name="Google Shape;376;p40"/>
          <p:cNvSpPr txBox="1"/>
          <p:nvPr>
            <p:ph idx="2" type="body"/>
          </p:nvPr>
        </p:nvSpPr>
        <p:spPr>
          <a:xfrm>
            <a:off x="3347725" y="2417500"/>
            <a:ext cx="24555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77" name="Google Shape;377;p40"/>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8" name="Google Shape;378;p40"/>
          <p:cNvSpPr txBox="1"/>
          <p:nvPr>
            <p:ph idx="3" type="subTitle"/>
          </p:nvPr>
        </p:nvSpPr>
        <p:spPr>
          <a:xfrm>
            <a:off x="483175" y="1336150"/>
            <a:ext cx="2455500" cy="778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79" name="Google Shape;379;p40"/>
          <p:cNvSpPr txBox="1"/>
          <p:nvPr>
            <p:ph idx="4" type="subTitle"/>
          </p:nvPr>
        </p:nvSpPr>
        <p:spPr>
          <a:xfrm>
            <a:off x="3347725" y="1336150"/>
            <a:ext cx="2455500" cy="778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80" name="Google Shape;380;p40"/>
          <p:cNvSpPr txBox="1"/>
          <p:nvPr>
            <p:ph idx="5" type="subTitle"/>
          </p:nvPr>
        </p:nvSpPr>
        <p:spPr>
          <a:xfrm>
            <a:off x="6212275" y="1336150"/>
            <a:ext cx="2455500" cy="778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81" name="Google Shape;381;p40"/>
          <p:cNvSpPr txBox="1"/>
          <p:nvPr>
            <p:ph idx="6" type="body"/>
          </p:nvPr>
        </p:nvSpPr>
        <p:spPr>
          <a:xfrm>
            <a:off x="6212275" y="2417500"/>
            <a:ext cx="24555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2" name="Shape 382"/>
        <p:cNvGrpSpPr/>
        <p:nvPr/>
      </p:nvGrpSpPr>
      <p:grpSpPr>
        <a:xfrm>
          <a:off x="0" y="0"/>
          <a:ext cx="0" cy="0"/>
          <a:chOff x="0" y="0"/>
          <a:chExt cx="0" cy="0"/>
        </a:xfrm>
      </p:grpSpPr>
      <p:sp>
        <p:nvSpPr>
          <p:cNvPr id="383" name="Google Shape;383;p41"/>
          <p:cNvSpPr txBox="1"/>
          <p:nvPr>
            <p:ph idx="1" type="body"/>
          </p:nvPr>
        </p:nvSpPr>
        <p:spPr>
          <a:xfrm>
            <a:off x="366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84" name="Google Shape;384;p41"/>
          <p:cNvSpPr txBox="1"/>
          <p:nvPr>
            <p:ph idx="2" type="body"/>
          </p:nvPr>
        </p:nvSpPr>
        <p:spPr>
          <a:xfrm>
            <a:off x="4938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85" name="Google Shape;385;p41"/>
          <p:cNvSpPr txBox="1"/>
          <p:nvPr>
            <p:ph idx="3" type="body"/>
          </p:nvPr>
        </p:nvSpPr>
        <p:spPr>
          <a:xfrm>
            <a:off x="366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86" name="Google Shape;386;p41"/>
          <p:cNvSpPr txBox="1"/>
          <p:nvPr>
            <p:ph idx="4" type="body"/>
          </p:nvPr>
        </p:nvSpPr>
        <p:spPr>
          <a:xfrm>
            <a:off x="4938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87" name="Google Shape;387;p41"/>
          <p:cNvSpPr txBox="1"/>
          <p:nvPr>
            <p:ph type="title"/>
          </p:nvPr>
        </p:nvSpPr>
        <p:spPr>
          <a:xfrm>
            <a:off x="366750"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8" name="Google Shape;388;p41"/>
          <p:cNvSpPr txBox="1"/>
          <p:nvPr>
            <p:ph idx="5" type="subTitle"/>
          </p:nvPr>
        </p:nvSpPr>
        <p:spPr>
          <a:xfrm>
            <a:off x="366763" y="1277907"/>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89" name="Google Shape;389;p41"/>
          <p:cNvSpPr txBox="1"/>
          <p:nvPr>
            <p:ph idx="6" type="subTitle"/>
          </p:nvPr>
        </p:nvSpPr>
        <p:spPr>
          <a:xfrm>
            <a:off x="4938738" y="1277907"/>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90" name="Google Shape;390;p41"/>
          <p:cNvSpPr txBox="1"/>
          <p:nvPr>
            <p:ph idx="7" type="subTitle"/>
          </p:nvPr>
        </p:nvSpPr>
        <p:spPr>
          <a:xfrm>
            <a:off x="4938761" y="3167363"/>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91" name="Google Shape;391;p41"/>
          <p:cNvSpPr txBox="1"/>
          <p:nvPr>
            <p:ph idx="8" type="subTitle"/>
          </p:nvPr>
        </p:nvSpPr>
        <p:spPr>
          <a:xfrm>
            <a:off x="366750" y="3167363"/>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2" name="Shape 392"/>
        <p:cNvGrpSpPr/>
        <p:nvPr/>
      </p:nvGrpSpPr>
      <p:grpSpPr>
        <a:xfrm>
          <a:off x="0" y="0"/>
          <a:ext cx="0" cy="0"/>
          <a:chOff x="0" y="0"/>
          <a:chExt cx="0" cy="0"/>
        </a:xfrm>
      </p:grpSpPr>
      <p:sp>
        <p:nvSpPr>
          <p:cNvPr id="393" name="Google Shape;393;p42"/>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94" name="Google Shape;394;p4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95" name="Shape 395"/>
        <p:cNvGrpSpPr/>
        <p:nvPr/>
      </p:nvGrpSpPr>
      <p:grpSpPr>
        <a:xfrm>
          <a:off x="0" y="0"/>
          <a:ext cx="0" cy="0"/>
          <a:chOff x="0" y="0"/>
          <a:chExt cx="0" cy="0"/>
        </a:xfrm>
      </p:grpSpPr>
      <p:sp>
        <p:nvSpPr>
          <p:cNvPr id="396" name="Google Shape;396;p43"/>
          <p:cNvSpPr txBox="1"/>
          <p:nvPr>
            <p:ph idx="1" type="body"/>
          </p:nvPr>
        </p:nvSpPr>
        <p:spPr>
          <a:xfrm>
            <a:off x="311700"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397" name="Google Shape;397;p43"/>
          <p:cNvSpPr/>
          <p:nvPr>
            <p:ph idx="2" type="pic"/>
          </p:nvPr>
        </p:nvSpPr>
        <p:spPr>
          <a:xfrm>
            <a:off x="4804825" y="1133300"/>
            <a:ext cx="4027500" cy="2392800"/>
          </a:xfrm>
          <a:prstGeom prst="rect">
            <a:avLst/>
          </a:prstGeom>
          <a:noFill/>
          <a:ln>
            <a:noFill/>
          </a:ln>
        </p:spPr>
      </p:sp>
      <p:sp>
        <p:nvSpPr>
          <p:cNvPr id="398" name="Google Shape;398;p43"/>
          <p:cNvSpPr/>
          <p:nvPr>
            <p:ph idx="3" type="pic"/>
          </p:nvPr>
        </p:nvSpPr>
        <p:spPr>
          <a:xfrm>
            <a:off x="311725" y="1133300"/>
            <a:ext cx="4027500" cy="2392800"/>
          </a:xfrm>
          <a:prstGeom prst="rect">
            <a:avLst/>
          </a:prstGeom>
          <a:noFill/>
          <a:ln>
            <a:noFill/>
          </a:ln>
        </p:spPr>
      </p:sp>
      <p:sp>
        <p:nvSpPr>
          <p:cNvPr id="399" name="Google Shape;399;p43"/>
          <p:cNvSpPr txBox="1"/>
          <p:nvPr>
            <p:ph idx="4" type="body"/>
          </p:nvPr>
        </p:nvSpPr>
        <p:spPr>
          <a:xfrm>
            <a:off x="4804825"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00" name="Google Shape;400;p43"/>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1" name="Google Shape;401;p43"/>
          <p:cNvSpPr txBox="1"/>
          <p:nvPr>
            <p:ph idx="5" type="subTitle"/>
          </p:nvPr>
        </p:nvSpPr>
        <p:spPr>
          <a:xfrm>
            <a:off x="311725" y="3582900"/>
            <a:ext cx="4027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
        <p:nvSpPr>
          <p:cNvPr id="402" name="Google Shape;402;p43"/>
          <p:cNvSpPr txBox="1"/>
          <p:nvPr>
            <p:ph idx="6" type="subTitle"/>
          </p:nvPr>
        </p:nvSpPr>
        <p:spPr>
          <a:xfrm>
            <a:off x="4804825" y="3582900"/>
            <a:ext cx="4027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03" name="Shape 403"/>
        <p:cNvGrpSpPr/>
        <p:nvPr/>
      </p:nvGrpSpPr>
      <p:grpSpPr>
        <a:xfrm>
          <a:off x="0" y="0"/>
          <a:ext cx="0" cy="0"/>
          <a:chOff x="0" y="0"/>
          <a:chExt cx="0" cy="0"/>
        </a:xfrm>
      </p:grpSpPr>
      <p:sp>
        <p:nvSpPr>
          <p:cNvPr id="404" name="Google Shape;404;p44"/>
          <p:cNvSpPr txBox="1"/>
          <p:nvPr>
            <p:ph idx="1" type="body"/>
          </p:nvPr>
        </p:nvSpPr>
        <p:spPr>
          <a:xfrm>
            <a:off x="31170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05" name="Google Shape;405;p44"/>
          <p:cNvSpPr/>
          <p:nvPr>
            <p:ph idx="2" type="pic"/>
          </p:nvPr>
        </p:nvSpPr>
        <p:spPr>
          <a:xfrm>
            <a:off x="6205225" y="1128325"/>
            <a:ext cx="2627100" cy="2273100"/>
          </a:xfrm>
          <a:prstGeom prst="rect">
            <a:avLst/>
          </a:prstGeom>
          <a:noFill/>
          <a:ln>
            <a:noFill/>
          </a:ln>
        </p:spPr>
      </p:sp>
      <p:sp>
        <p:nvSpPr>
          <p:cNvPr id="406" name="Google Shape;406;p44"/>
          <p:cNvSpPr/>
          <p:nvPr>
            <p:ph idx="3" type="pic"/>
          </p:nvPr>
        </p:nvSpPr>
        <p:spPr>
          <a:xfrm>
            <a:off x="311725" y="1128325"/>
            <a:ext cx="2627100" cy="2273100"/>
          </a:xfrm>
          <a:prstGeom prst="rect">
            <a:avLst/>
          </a:prstGeom>
          <a:noFill/>
          <a:ln>
            <a:noFill/>
          </a:ln>
        </p:spPr>
      </p:sp>
      <p:sp>
        <p:nvSpPr>
          <p:cNvPr id="407" name="Google Shape;407;p44"/>
          <p:cNvSpPr txBox="1"/>
          <p:nvPr>
            <p:ph idx="4" type="body"/>
          </p:nvPr>
        </p:nvSpPr>
        <p:spPr>
          <a:xfrm>
            <a:off x="6205225"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08" name="Google Shape;408;p44"/>
          <p:cNvSpPr/>
          <p:nvPr>
            <p:ph idx="5" type="pic"/>
          </p:nvPr>
        </p:nvSpPr>
        <p:spPr>
          <a:xfrm>
            <a:off x="3255250" y="1128325"/>
            <a:ext cx="2627100" cy="2273100"/>
          </a:xfrm>
          <a:prstGeom prst="rect">
            <a:avLst/>
          </a:prstGeom>
          <a:noFill/>
          <a:ln>
            <a:noFill/>
          </a:ln>
        </p:spPr>
      </p:sp>
      <p:sp>
        <p:nvSpPr>
          <p:cNvPr id="409" name="Google Shape;409;p44"/>
          <p:cNvSpPr txBox="1"/>
          <p:nvPr>
            <p:ph idx="6" type="body"/>
          </p:nvPr>
        </p:nvSpPr>
        <p:spPr>
          <a:xfrm>
            <a:off x="325525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10" name="Google Shape;410;p44"/>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1" name="Google Shape;411;p44"/>
          <p:cNvSpPr txBox="1"/>
          <p:nvPr>
            <p:ph idx="7" type="subTitle"/>
          </p:nvPr>
        </p:nvSpPr>
        <p:spPr>
          <a:xfrm>
            <a:off x="311725" y="3430500"/>
            <a:ext cx="26271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
        <p:nvSpPr>
          <p:cNvPr id="412" name="Google Shape;412;p44"/>
          <p:cNvSpPr txBox="1"/>
          <p:nvPr>
            <p:ph idx="8" type="subTitle"/>
          </p:nvPr>
        </p:nvSpPr>
        <p:spPr>
          <a:xfrm>
            <a:off x="6205225" y="3430500"/>
            <a:ext cx="26271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
        <p:nvSpPr>
          <p:cNvPr id="413" name="Google Shape;413;p44"/>
          <p:cNvSpPr txBox="1"/>
          <p:nvPr>
            <p:ph idx="9" type="subTitle"/>
          </p:nvPr>
        </p:nvSpPr>
        <p:spPr>
          <a:xfrm>
            <a:off x="3255250" y="3430500"/>
            <a:ext cx="26271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14" name="Shape 414"/>
        <p:cNvGrpSpPr/>
        <p:nvPr/>
      </p:nvGrpSpPr>
      <p:grpSpPr>
        <a:xfrm>
          <a:off x="0" y="0"/>
          <a:ext cx="0" cy="0"/>
          <a:chOff x="0" y="0"/>
          <a:chExt cx="0" cy="0"/>
        </a:xfrm>
      </p:grpSpPr>
      <p:sp>
        <p:nvSpPr>
          <p:cNvPr id="415" name="Google Shape;415;p4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16" name="Shape 416"/>
        <p:cNvGrpSpPr/>
        <p:nvPr/>
      </p:nvGrpSpPr>
      <p:grpSpPr>
        <a:xfrm>
          <a:off x="0" y="0"/>
          <a:ext cx="0" cy="0"/>
          <a:chOff x="0" y="0"/>
          <a:chExt cx="0" cy="0"/>
        </a:xfrm>
      </p:grpSpPr>
      <p:sp>
        <p:nvSpPr>
          <p:cNvPr id="417" name="Google Shape;417;p46"/>
          <p:cNvSpPr/>
          <p:nvPr>
            <p:ph idx="2" type="pic"/>
          </p:nvPr>
        </p:nvSpPr>
        <p:spPr>
          <a:xfrm>
            <a:off x="3389600" y="118913"/>
            <a:ext cx="1643700" cy="1535100"/>
          </a:xfrm>
          <a:prstGeom prst="rect">
            <a:avLst/>
          </a:prstGeom>
          <a:noFill/>
          <a:ln>
            <a:noFill/>
          </a:ln>
        </p:spPr>
      </p:sp>
      <p:sp>
        <p:nvSpPr>
          <p:cNvPr id="418" name="Google Shape;418;p46"/>
          <p:cNvSpPr/>
          <p:nvPr>
            <p:ph idx="3" type="pic"/>
          </p:nvPr>
        </p:nvSpPr>
        <p:spPr>
          <a:xfrm>
            <a:off x="5195935" y="118913"/>
            <a:ext cx="1643700" cy="1535100"/>
          </a:xfrm>
          <a:prstGeom prst="rect">
            <a:avLst/>
          </a:prstGeom>
          <a:noFill/>
          <a:ln>
            <a:noFill/>
          </a:ln>
        </p:spPr>
      </p:sp>
      <p:sp>
        <p:nvSpPr>
          <p:cNvPr id="419" name="Google Shape;419;p46"/>
          <p:cNvSpPr/>
          <p:nvPr>
            <p:ph idx="4" type="pic"/>
          </p:nvPr>
        </p:nvSpPr>
        <p:spPr>
          <a:xfrm>
            <a:off x="7002270" y="118913"/>
            <a:ext cx="1643700" cy="1535100"/>
          </a:xfrm>
          <a:prstGeom prst="rect">
            <a:avLst/>
          </a:prstGeom>
          <a:noFill/>
          <a:ln>
            <a:noFill/>
          </a:ln>
        </p:spPr>
      </p:sp>
      <p:sp>
        <p:nvSpPr>
          <p:cNvPr id="420" name="Google Shape;420;p46"/>
          <p:cNvSpPr/>
          <p:nvPr>
            <p:ph idx="5" type="pic"/>
          </p:nvPr>
        </p:nvSpPr>
        <p:spPr>
          <a:xfrm>
            <a:off x="3389588" y="1804212"/>
            <a:ext cx="1643700" cy="1535100"/>
          </a:xfrm>
          <a:prstGeom prst="rect">
            <a:avLst/>
          </a:prstGeom>
          <a:noFill/>
          <a:ln>
            <a:noFill/>
          </a:ln>
        </p:spPr>
      </p:sp>
      <p:sp>
        <p:nvSpPr>
          <p:cNvPr id="421" name="Google Shape;421;p46"/>
          <p:cNvSpPr/>
          <p:nvPr>
            <p:ph idx="6" type="pic"/>
          </p:nvPr>
        </p:nvSpPr>
        <p:spPr>
          <a:xfrm>
            <a:off x="5195922" y="1804212"/>
            <a:ext cx="1643700" cy="1535100"/>
          </a:xfrm>
          <a:prstGeom prst="rect">
            <a:avLst/>
          </a:prstGeom>
          <a:noFill/>
          <a:ln>
            <a:noFill/>
          </a:ln>
        </p:spPr>
      </p:sp>
      <p:sp>
        <p:nvSpPr>
          <p:cNvPr id="422" name="Google Shape;422;p46"/>
          <p:cNvSpPr/>
          <p:nvPr>
            <p:ph idx="7" type="pic"/>
          </p:nvPr>
        </p:nvSpPr>
        <p:spPr>
          <a:xfrm>
            <a:off x="7002257" y="1804212"/>
            <a:ext cx="1643700" cy="1535100"/>
          </a:xfrm>
          <a:prstGeom prst="rect">
            <a:avLst/>
          </a:prstGeom>
          <a:noFill/>
          <a:ln>
            <a:noFill/>
          </a:ln>
        </p:spPr>
      </p:sp>
      <p:sp>
        <p:nvSpPr>
          <p:cNvPr id="423" name="Google Shape;423;p46"/>
          <p:cNvSpPr txBox="1"/>
          <p:nvPr>
            <p:ph type="title"/>
          </p:nvPr>
        </p:nvSpPr>
        <p:spPr>
          <a:xfrm>
            <a:off x="351550" y="445025"/>
            <a:ext cx="2596800" cy="1706400"/>
          </a:xfrm>
          <a:prstGeom prst="rect">
            <a:avLst/>
          </a:prstGeom>
        </p:spPr>
        <p:txBody>
          <a:bodyPr anchorCtr="0" anchor="t" bIns="0" lIns="0" spcFirstLastPara="1" rIns="91425" wrap="square" tIns="0">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24" name="Google Shape;424;p46"/>
          <p:cNvSpPr/>
          <p:nvPr>
            <p:ph idx="8" type="pic"/>
          </p:nvPr>
        </p:nvSpPr>
        <p:spPr>
          <a:xfrm>
            <a:off x="3389588" y="3489487"/>
            <a:ext cx="1643700" cy="1535100"/>
          </a:xfrm>
          <a:prstGeom prst="rect">
            <a:avLst/>
          </a:prstGeom>
          <a:noFill/>
          <a:ln>
            <a:noFill/>
          </a:ln>
        </p:spPr>
      </p:sp>
      <p:sp>
        <p:nvSpPr>
          <p:cNvPr id="425" name="Google Shape;425;p46"/>
          <p:cNvSpPr/>
          <p:nvPr>
            <p:ph idx="9" type="pic"/>
          </p:nvPr>
        </p:nvSpPr>
        <p:spPr>
          <a:xfrm>
            <a:off x="5195922" y="3489487"/>
            <a:ext cx="1643700" cy="1535100"/>
          </a:xfrm>
          <a:prstGeom prst="rect">
            <a:avLst/>
          </a:prstGeom>
          <a:noFill/>
          <a:ln>
            <a:noFill/>
          </a:ln>
        </p:spPr>
      </p:sp>
      <p:sp>
        <p:nvSpPr>
          <p:cNvPr id="426" name="Google Shape;426;p4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theme" Target="../theme/theme1.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84700" y="460250"/>
            <a:ext cx="8574600" cy="425100"/>
          </a:xfrm>
          <a:prstGeom prst="rect">
            <a:avLst/>
          </a:prstGeom>
          <a:noFill/>
          <a:ln>
            <a:noFill/>
          </a:ln>
        </p:spPr>
        <p:txBody>
          <a:bodyPr anchorCtr="0" anchor="t" bIns="0" lIns="0" spcFirstLastPara="1" rIns="91425" wrap="square" tIns="0">
            <a:noAutofit/>
          </a:bodyPr>
          <a:lstStyle>
            <a:lvl1pPr lvl="0">
              <a:lnSpc>
                <a:spcPct val="115000"/>
              </a:lnSpc>
              <a:spcBef>
                <a:spcPts val="0"/>
              </a:spcBef>
              <a:spcAft>
                <a:spcPts val="0"/>
              </a:spcAft>
              <a:buClr>
                <a:schemeClr val="dk1"/>
              </a:buClr>
              <a:buSzPts val="3000"/>
              <a:buFont typeface="Quantico"/>
              <a:buNone/>
              <a:defRPr sz="3000">
                <a:solidFill>
                  <a:schemeClr val="dk1"/>
                </a:solidFill>
                <a:latin typeface="Quantico"/>
                <a:ea typeface="Quantico"/>
                <a:cs typeface="Quantico"/>
                <a:sym typeface="Quantico"/>
              </a:defRPr>
            </a:lvl1pPr>
            <a:lvl2pPr lvl="1">
              <a:lnSpc>
                <a:spcPct val="115000"/>
              </a:lnSpc>
              <a:spcBef>
                <a:spcPts val="0"/>
              </a:spcBef>
              <a:spcAft>
                <a:spcPts val="0"/>
              </a:spcAft>
              <a:buClr>
                <a:schemeClr val="dk1"/>
              </a:buClr>
              <a:buSzPts val="3000"/>
              <a:buFont typeface="Arial"/>
              <a:buNone/>
              <a:defRPr sz="3000">
                <a:solidFill>
                  <a:schemeClr val="dk1"/>
                </a:solidFill>
              </a:defRPr>
            </a:lvl2pPr>
            <a:lvl3pPr lvl="2">
              <a:lnSpc>
                <a:spcPct val="115000"/>
              </a:lnSpc>
              <a:spcBef>
                <a:spcPts val="0"/>
              </a:spcBef>
              <a:spcAft>
                <a:spcPts val="0"/>
              </a:spcAft>
              <a:buClr>
                <a:schemeClr val="dk1"/>
              </a:buClr>
              <a:buSzPts val="3000"/>
              <a:buFont typeface="Arial"/>
              <a:buNone/>
              <a:defRPr sz="3000">
                <a:solidFill>
                  <a:schemeClr val="dk1"/>
                </a:solidFill>
              </a:defRPr>
            </a:lvl3pPr>
            <a:lvl4pPr lvl="3">
              <a:lnSpc>
                <a:spcPct val="115000"/>
              </a:lnSpc>
              <a:spcBef>
                <a:spcPts val="0"/>
              </a:spcBef>
              <a:spcAft>
                <a:spcPts val="0"/>
              </a:spcAft>
              <a:buClr>
                <a:schemeClr val="dk1"/>
              </a:buClr>
              <a:buSzPts val="3000"/>
              <a:buFont typeface="Arial"/>
              <a:buNone/>
              <a:defRPr sz="3000">
                <a:solidFill>
                  <a:schemeClr val="dk1"/>
                </a:solidFill>
              </a:defRPr>
            </a:lvl4pPr>
            <a:lvl5pPr lvl="4">
              <a:lnSpc>
                <a:spcPct val="115000"/>
              </a:lnSpc>
              <a:spcBef>
                <a:spcPts val="0"/>
              </a:spcBef>
              <a:spcAft>
                <a:spcPts val="0"/>
              </a:spcAft>
              <a:buClr>
                <a:schemeClr val="dk1"/>
              </a:buClr>
              <a:buSzPts val="3000"/>
              <a:buFont typeface="Arial"/>
              <a:buNone/>
              <a:defRPr sz="3000">
                <a:solidFill>
                  <a:schemeClr val="dk1"/>
                </a:solidFill>
              </a:defRPr>
            </a:lvl5pPr>
            <a:lvl6pPr lvl="5">
              <a:lnSpc>
                <a:spcPct val="115000"/>
              </a:lnSpc>
              <a:spcBef>
                <a:spcPts val="0"/>
              </a:spcBef>
              <a:spcAft>
                <a:spcPts val="0"/>
              </a:spcAft>
              <a:buClr>
                <a:schemeClr val="dk1"/>
              </a:buClr>
              <a:buSzPts val="3000"/>
              <a:buFont typeface="Arial"/>
              <a:buNone/>
              <a:defRPr sz="3000">
                <a:solidFill>
                  <a:schemeClr val="dk1"/>
                </a:solidFill>
              </a:defRPr>
            </a:lvl6pPr>
            <a:lvl7pPr lvl="6">
              <a:lnSpc>
                <a:spcPct val="115000"/>
              </a:lnSpc>
              <a:spcBef>
                <a:spcPts val="0"/>
              </a:spcBef>
              <a:spcAft>
                <a:spcPts val="0"/>
              </a:spcAft>
              <a:buClr>
                <a:schemeClr val="dk1"/>
              </a:buClr>
              <a:buSzPts val="3000"/>
              <a:buFont typeface="Arial"/>
              <a:buNone/>
              <a:defRPr sz="3000">
                <a:solidFill>
                  <a:schemeClr val="dk1"/>
                </a:solidFill>
              </a:defRPr>
            </a:lvl7pPr>
            <a:lvl8pPr lvl="7">
              <a:lnSpc>
                <a:spcPct val="115000"/>
              </a:lnSpc>
              <a:spcBef>
                <a:spcPts val="0"/>
              </a:spcBef>
              <a:spcAft>
                <a:spcPts val="0"/>
              </a:spcAft>
              <a:buClr>
                <a:schemeClr val="dk1"/>
              </a:buClr>
              <a:buSzPts val="3000"/>
              <a:buFont typeface="Arial"/>
              <a:buNone/>
              <a:defRPr sz="3000">
                <a:solidFill>
                  <a:schemeClr val="dk1"/>
                </a:solidFill>
              </a:defRPr>
            </a:lvl8pPr>
            <a:lvl9pPr lvl="8">
              <a:lnSpc>
                <a:spcPct val="115000"/>
              </a:lnSpc>
              <a:spcBef>
                <a:spcPts val="0"/>
              </a:spcBef>
              <a:spcAft>
                <a:spcPts val="0"/>
              </a:spcAft>
              <a:buClr>
                <a:schemeClr val="dk1"/>
              </a:buClr>
              <a:buSzPts val="3000"/>
              <a:buFont typeface="Arial"/>
              <a:buNone/>
              <a:defRPr sz="3000">
                <a:solidFill>
                  <a:schemeClr val="dk1"/>
                </a:solidFill>
              </a:defRPr>
            </a:lvl9pPr>
          </a:lstStyle>
          <a:p/>
        </p:txBody>
      </p:sp>
      <p:sp>
        <p:nvSpPr>
          <p:cNvPr id="7" name="Google Shape;7;p1"/>
          <p:cNvSpPr txBox="1"/>
          <p:nvPr>
            <p:ph idx="1" type="body"/>
          </p:nvPr>
        </p:nvSpPr>
        <p:spPr>
          <a:xfrm>
            <a:off x="284700" y="1299725"/>
            <a:ext cx="6153900" cy="2901300"/>
          </a:xfrm>
          <a:prstGeom prst="rect">
            <a:avLst/>
          </a:prstGeom>
          <a:noFill/>
          <a:ln>
            <a:noFill/>
          </a:ln>
        </p:spPr>
        <p:txBody>
          <a:bodyPr anchorCtr="0" anchor="t" bIns="0" lIns="0" spcFirstLastPara="1" rIns="91425" wrap="square" tIns="0">
            <a:noAutofit/>
          </a:bodyPr>
          <a:lstStyle>
            <a:lvl1pPr indent="-292100" lvl="0" marL="457200">
              <a:lnSpc>
                <a:spcPct val="150000"/>
              </a:lnSpc>
              <a:spcBef>
                <a:spcPts val="0"/>
              </a:spcBef>
              <a:spcAft>
                <a:spcPts val="0"/>
              </a:spcAft>
              <a:buClr>
                <a:schemeClr val="dk2"/>
              </a:buClr>
              <a:buSzPts val="1000"/>
              <a:buFont typeface="Lato"/>
              <a:buChar char="●"/>
              <a:defRPr sz="1000">
                <a:solidFill>
                  <a:schemeClr val="dk2"/>
                </a:solidFill>
                <a:latin typeface="Lato"/>
                <a:ea typeface="Lato"/>
                <a:cs typeface="Lato"/>
                <a:sym typeface="Lato"/>
              </a:defRPr>
            </a:lvl1pPr>
            <a:lvl2pPr indent="-292100" lvl="1" marL="9144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2pPr>
            <a:lvl3pPr indent="-292100" lvl="2" marL="13716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3pPr>
            <a:lvl4pPr indent="-292100" lvl="3" marL="18288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4pPr>
            <a:lvl5pPr indent="-292100" lvl="4" marL="22860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5pPr>
            <a:lvl6pPr indent="-292100" lvl="5" marL="27432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6pPr>
            <a:lvl7pPr indent="-292100" lvl="6" marL="32004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7pPr>
            <a:lvl8pPr indent="-292100" lvl="7" marL="36576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8pPr>
            <a:lvl9pPr indent="-292100" lvl="8" marL="4114800">
              <a:lnSpc>
                <a:spcPct val="150000"/>
              </a:lnSpc>
              <a:spcBef>
                <a:spcPts val="1000"/>
              </a:spcBef>
              <a:spcAft>
                <a:spcPts val="1000"/>
              </a:spcAft>
              <a:buClr>
                <a:schemeClr val="dk2"/>
              </a:buClr>
              <a:buSzPts val="1000"/>
              <a:buFont typeface="Lato"/>
              <a:buChar char="■"/>
              <a:defRPr sz="1000">
                <a:solidFill>
                  <a:schemeClr val="dk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99">
          <p15:clr>
            <a:schemeClr val="accent1"/>
          </p15:clr>
        </p15:guide>
        <p15:guide id="2" orient="horz" pos="899">
          <p15:clr>
            <a:schemeClr val="accent1"/>
          </p15:clr>
        </p15:guide>
        <p15:guide id="3" orient="horz" pos="960">
          <p15:clr>
            <a:schemeClr val="accent1"/>
          </p15:clr>
        </p15:guide>
        <p15:guide id="4" orient="horz" pos="1560">
          <p15:clr>
            <a:schemeClr val="accent1"/>
          </p15:clr>
        </p15:guide>
        <p15:guide id="5" orient="horz" pos="1620">
          <p15:clr>
            <a:schemeClr val="accent1"/>
          </p15:clr>
        </p15:guide>
        <p15:guide id="6" orient="horz" pos="2280">
          <p15:clr>
            <a:schemeClr val="accent1"/>
          </p15:clr>
        </p15:guide>
        <p15:guide id="7" orient="horz" pos="2341">
          <p15:clr>
            <a:schemeClr val="accent1"/>
          </p15:clr>
        </p15:guide>
        <p15:guide id="8" pos="299">
          <p15:clr>
            <a:schemeClr val="accent1"/>
          </p15:clr>
        </p15:guide>
        <p15:guide id="9" pos="1559">
          <p15:clr>
            <a:schemeClr val="accent1"/>
          </p15:clr>
        </p15:guide>
        <p15:guide id="10" pos="1618">
          <p15:clr>
            <a:schemeClr val="accent1"/>
          </p15:clr>
        </p15:guide>
        <p15:guide id="11" pos="1981">
          <p15:clr>
            <a:schemeClr val="accent2"/>
          </p15:clr>
        </p15:guide>
        <p15:guide id="12" pos="2039">
          <p15:clr>
            <a:schemeClr val="accent2"/>
          </p15:clr>
        </p15:guide>
        <p15:guide id="13" pos="2880">
          <p15:clr>
            <a:schemeClr val="accent1"/>
          </p15:clr>
        </p15:guide>
        <p15:guide id="14" pos="2939">
          <p15:clr>
            <a:schemeClr val="accent1"/>
          </p15:clr>
        </p15:guide>
        <p15:guide id="15" pos="3719">
          <p15:clr>
            <a:schemeClr val="accent2"/>
          </p15:clr>
        </p15:guide>
        <p15:guide id="16" pos="3779">
          <p15:clr>
            <a:schemeClr val="accent2"/>
          </p15:clr>
        </p15:guide>
        <p15:guide id="17" pos="4140">
          <p15:clr>
            <a:schemeClr val="accent1"/>
          </p15:clr>
        </p15:guide>
        <p15:guide id="18" pos="4199">
          <p15:clr>
            <a:schemeClr val="accent1"/>
          </p15:clr>
        </p15:guide>
        <p15:guide id="19" pos="5459">
          <p15:clr>
            <a:schemeClr val="accent1"/>
          </p15:clr>
        </p15:guide>
        <p15:guide id="20" orient="horz" pos="2941">
          <p15:clr>
            <a:schemeClr val="accent1"/>
          </p15:clr>
        </p15:guide>
        <p15:guide id="21" pos="179">
          <p15:clr>
            <a:srgbClr val="EA4335"/>
          </p15:clr>
        </p15:guide>
        <p15:guide id="22" orient="horz" pos="180">
          <p15:clr>
            <a:srgbClr val="EA4335"/>
          </p15:clr>
        </p15:guide>
        <p15:guide id="23" pos="5581">
          <p15:clr>
            <a:srgbClr val="EA4335"/>
          </p15:clr>
        </p15:guide>
        <p15:guide id="24" orient="horz" pos="306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7"/>
          <p:cNvSpPr txBox="1"/>
          <p:nvPr>
            <p:ph idx="1" type="subTitle"/>
          </p:nvPr>
        </p:nvSpPr>
        <p:spPr>
          <a:xfrm>
            <a:off x="958450" y="4298625"/>
            <a:ext cx="2008500" cy="4527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1100"/>
              <a:buNone/>
            </a:pPr>
            <a:r>
              <a:rPr lang="en"/>
              <a:t>2025</a:t>
            </a:r>
            <a:endParaRPr/>
          </a:p>
          <a:p>
            <a:pPr indent="0" lvl="0" marL="0" rtl="0" algn="l">
              <a:spcBef>
                <a:spcPts val="0"/>
              </a:spcBef>
              <a:spcAft>
                <a:spcPts val="0"/>
              </a:spcAft>
              <a:buSzPts val="1100"/>
              <a:buNone/>
            </a:pPr>
            <a:r>
              <a:t/>
            </a:r>
            <a:endParaRPr/>
          </a:p>
        </p:txBody>
      </p:sp>
      <p:sp>
        <p:nvSpPr>
          <p:cNvPr id="432" name="Google Shape;432;p47"/>
          <p:cNvSpPr txBox="1"/>
          <p:nvPr>
            <p:ph type="title"/>
          </p:nvPr>
        </p:nvSpPr>
        <p:spPr>
          <a:xfrm>
            <a:off x="876900" y="874250"/>
            <a:ext cx="4387500" cy="2632500"/>
          </a:xfrm>
          <a:prstGeom prst="rect">
            <a:avLst/>
          </a:prstGeom>
        </p:spPr>
        <p:txBody>
          <a:bodyPr anchorCtr="0" anchor="t" bIns="0" lIns="0" spcFirstLastPara="1" rIns="91425" wrap="square" tIns="0">
            <a:noAutofit/>
          </a:bodyPr>
          <a:lstStyle/>
          <a:p>
            <a:pPr indent="0" lvl="0" marL="0" rtl="0" algn="l">
              <a:lnSpc>
                <a:spcPct val="80000"/>
              </a:lnSpc>
              <a:spcBef>
                <a:spcPts val="0"/>
              </a:spcBef>
              <a:spcAft>
                <a:spcPts val="0"/>
              </a:spcAft>
              <a:buSzPts val="3000"/>
              <a:buNone/>
            </a:pPr>
            <a:r>
              <a:rPr lang="en" sz="5400"/>
              <a:t>UMEC Programming</a:t>
            </a:r>
            <a:endParaRPr sz="5400"/>
          </a:p>
          <a:p>
            <a:pPr indent="0" lvl="0" marL="0" rtl="0" algn="l">
              <a:lnSpc>
                <a:spcPct val="80000"/>
              </a:lnSpc>
              <a:spcBef>
                <a:spcPts val="0"/>
              </a:spcBef>
              <a:spcAft>
                <a:spcPts val="0"/>
              </a:spcAft>
              <a:buSzPts val="3000"/>
              <a:buNone/>
            </a:pPr>
            <a:r>
              <a:rPr lang="en" sz="5400"/>
              <a:t>Competition</a:t>
            </a:r>
            <a:endParaRPr sz="5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descr="Shape where the section titles go" id="437" name="Google Shape;437;p48"/>
          <p:cNvSpPr/>
          <p:nvPr/>
        </p:nvSpPr>
        <p:spPr>
          <a:xfrm flipH="1">
            <a:off x="3144900" y="2571750"/>
            <a:ext cx="5999100" cy="1688100"/>
          </a:xfrm>
          <a:prstGeom prst="snip1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descr="Shape where the section titles go" id="438" name="Google Shape;438;p48"/>
          <p:cNvSpPr/>
          <p:nvPr/>
        </p:nvSpPr>
        <p:spPr>
          <a:xfrm>
            <a:off x="17975" y="1048693"/>
            <a:ext cx="5999100" cy="1170000"/>
          </a:xfrm>
          <a:prstGeom prst="snip1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descr="Spaces to add section titles" id="439" name="Google Shape;439;p48"/>
          <p:cNvSpPr txBox="1"/>
          <p:nvPr>
            <p:ph idx="1" type="subTitle"/>
          </p:nvPr>
        </p:nvSpPr>
        <p:spPr>
          <a:xfrm>
            <a:off x="411875" y="285750"/>
            <a:ext cx="2156700" cy="452700"/>
          </a:xfrm>
          <a:prstGeom prst="rect">
            <a:avLst/>
          </a:prstGeom>
        </p:spPr>
        <p:txBody>
          <a:bodyPr anchorCtr="0" anchor="t" bIns="0" lIns="0" spcFirstLastPara="1" rIns="91425" wrap="square" tIns="0">
            <a:noAutofit/>
          </a:bodyPr>
          <a:lstStyle/>
          <a:p>
            <a:pPr indent="0" lvl="0" marL="0" rtl="0" algn="l">
              <a:lnSpc>
                <a:spcPct val="80000"/>
              </a:lnSpc>
              <a:spcBef>
                <a:spcPts val="0"/>
              </a:spcBef>
              <a:spcAft>
                <a:spcPts val="0"/>
              </a:spcAft>
              <a:buSzPts val="1000"/>
              <a:buNone/>
            </a:pPr>
            <a:r>
              <a:rPr lang="en"/>
              <a:t>Hello!</a:t>
            </a:r>
            <a:endParaRPr/>
          </a:p>
        </p:txBody>
      </p:sp>
      <p:sp>
        <p:nvSpPr>
          <p:cNvPr descr="Spaces to add section titles" id="440" name="Google Shape;440;p48"/>
          <p:cNvSpPr txBox="1"/>
          <p:nvPr>
            <p:ph idx="3" type="subTitle"/>
          </p:nvPr>
        </p:nvSpPr>
        <p:spPr>
          <a:xfrm>
            <a:off x="407028" y="1374608"/>
            <a:ext cx="5659800" cy="452700"/>
          </a:xfrm>
          <a:prstGeom prst="rect">
            <a:avLst/>
          </a:prstGeom>
        </p:spPr>
        <p:txBody>
          <a:bodyPr anchorCtr="0" anchor="ctr" bIns="0" lIns="0" spcFirstLastPara="1" rIns="91425" wrap="square" tIns="0">
            <a:noAutofit/>
          </a:bodyPr>
          <a:lstStyle/>
          <a:p>
            <a:pPr indent="0" lvl="0" marL="0" rtl="0" algn="l">
              <a:lnSpc>
                <a:spcPct val="80000"/>
              </a:lnSpc>
              <a:spcBef>
                <a:spcPts val="0"/>
              </a:spcBef>
              <a:spcAft>
                <a:spcPts val="0"/>
              </a:spcAft>
              <a:buSzPts val="1000"/>
              <a:buNone/>
            </a:pPr>
            <a:r>
              <a:rPr lang="en"/>
              <a:t>My name is Fiona Awan, I’m a fourth year computer engineering student.</a:t>
            </a:r>
            <a:endParaRPr/>
          </a:p>
          <a:p>
            <a:pPr indent="0" lvl="0" marL="0" rtl="0" algn="l">
              <a:lnSpc>
                <a:spcPct val="80000"/>
              </a:lnSpc>
              <a:spcBef>
                <a:spcPts val="0"/>
              </a:spcBef>
              <a:spcAft>
                <a:spcPts val="0"/>
              </a:spcAft>
              <a:buSzPts val="1000"/>
              <a:buNone/>
            </a:pPr>
            <a:r>
              <a:rPr lang="en"/>
              <a:t>I’ll be the competition director this year!</a:t>
            </a:r>
            <a:endParaRPr/>
          </a:p>
        </p:txBody>
      </p:sp>
      <p:sp>
        <p:nvSpPr>
          <p:cNvPr descr="Spaces to add section titles" id="441" name="Google Shape;441;p48"/>
          <p:cNvSpPr txBox="1"/>
          <p:nvPr>
            <p:ph idx="4" type="subTitle"/>
          </p:nvPr>
        </p:nvSpPr>
        <p:spPr>
          <a:xfrm>
            <a:off x="3469838" y="3238252"/>
            <a:ext cx="5659800" cy="610200"/>
          </a:xfrm>
          <a:prstGeom prst="rect">
            <a:avLst/>
          </a:prstGeom>
        </p:spPr>
        <p:txBody>
          <a:bodyPr anchorCtr="0" anchor="ctr" bIns="0" lIns="0" spcFirstLastPara="1" rIns="91425" wrap="square" tIns="0">
            <a:noAutofit/>
          </a:bodyPr>
          <a:lstStyle/>
          <a:p>
            <a:pPr indent="0" lvl="0" marL="0" rtl="0" algn="l">
              <a:lnSpc>
                <a:spcPct val="80000"/>
              </a:lnSpc>
              <a:spcBef>
                <a:spcPts val="0"/>
              </a:spcBef>
              <a:spcAft>
                <a:spcPts val="0"/>
              </a:spcAft>
              <a:buSzPts val="1000"/>
              <a:buNone/>
            </a:pPr>
            <a:r>
              <a:rPr lang="en"/>
              <a:t>You can contact me at:</a:t>
            </a:r>
            <a:endParaRPr/>
          </a:p>
          <a:p>
            <a:pPr indent="-292100" lvl="0" marL="457200" rtl="0" algn="l">
              <a:lnSpc>
                <a:spcPct val="80000"/>
              </a:lnSpc>
              <a:spcBef>
                <a:spcPts val="0"/>
              </a:spcBef>
              <a:spcAft>
                <a:spcPts val="0"/>
              </a:spcAft>
              <a:buSzPts val="1000"/>
              <a:buChar char="●"/>
            </a:pPr>
            <a:r>
              <a:rPr lang="en"/>
              <a:t>awanf1@myumanitoba.ca</a:t>
            </a:r>
            <a:endParaRPr/>
          </a:p>
          <a:p>
            <a:pPr indent="-292100" lvl="0" marL="457200" rtl="0" algn="l">
              <a:lnSpc>
                <a:spcPct val="80000"/>
              </a:lnSpc>
              <a:spcBef>
                <a:spcPts val="0"/>
              </a:spcBef>
              <a:spcAft>
                <a:spcPts val="0"/>
              </a:spcAft>
              <a:buSzPts val="1000"/>
              <a:buChar char="●"/>
            </a:pPr>
            <a:r>
              <a:rPr lang="en"/>
              <a:t>(431)-554-9404</a:t>
            </a:r>
            <a:endParaRPr/>
          </a:p>
          <a:p>
            <a:pPr indent="-292100" lvl="0" marL="457200" rtl="0" algn="l">
              <a:lnSpc>
                <a:spcPct val="80000"/>
              </a:lnSpc>
              <a:spcBef>
                <a:spcPts val="0"/>
              </a:spcBef>
              <a:spcAft>
                <a:spcPts val="0"/>
              </a:spcAft>
              <a:buSzPts val="1000"/>
              <a:buChar char="●"/>
            </a:pPr>
            <a:r>
              <a:rPr lang="en"/>
              <a:t>E2-105 </a:t>
            </a:r>
            <a:endParaRPr/>
          </a:p>
          <a:p>
            <a:pPr indent="0" lvl="0" marL="0" rtl="0" algn="l">
              <a:lnSpc>
                <a:spcPct val="80000"/>
              </a:lnSpc>
              <a:spcBef>
                <a:spcPts val="0"/>
              </a:spcBef>
              <a:spcAft>
                <a:spcPts val="0"/>
              </a:spcAft>
              <a:buSzPts val="1000"/>
              <a:buNone/>
            </a:pPr>
            <a:r>
              <a:rPr lang="en"/>
              <a:t>throughout the competition </a:t>
            </a:r>
            <a:endParaRPr/>
          </a:p>
          <a:p>
            <a:pPr indent="0" lvl="0" marL="0" rtl="0" algn="l">
              <a:lnSpc>
                <a:spcPct val="80000"/>
              </a:lnSpc>
              <a:spcBef>
                <a:spcPts val="0"/>
              </a:spcBef>
              <a:spcAft>
                <a:spcPts val="0"/>
              </a:spcAft>
              <a:buSzPts val="10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9"/>
          <p:cNvSpPr txBox="1"/>
          <p:nvPr>
            <p:ph type="title"/>
          </p:nvPr>
        </p:nvSpPr>
        <p:spPr>
          <a:xfrm>
            <a:off x="931675" y="907075"/>
            <a:ext cx="4005900" cy="708600"/>
          </a:xfrm>
          <a:prstGeom prst="rect">
            <a:avLst/>
          </a:prstGeom>
        </p:spPr>
        <p:txBody>
          <a:bodyPr anchorCtr="0" anchor="t" bIns="0" lIns="0" spcFirstLastPara="1" rIns="91425" wrap="square" tIns="0">
            <a:noAutofit/>
          </a:bodyPr>
          <a:lstStyle/>
          <a:p>
            <a:pPr indent="0" lvl="0" marL="0" rtl="0" algn="l">
              <a:lnSpc>
                <a:spcPct val="80000"/>
              </a:lnSpc>
              <a:spcBef>
                <a:spcPts val="0"/>
              </a:spcBef>
              <a:spcAft>
                <a:spcPts val="0"/>
              </a:spcAft>
              <a:buSzPts val="3000"/>
              <a:buNone/>
            </a:pPr>
            <a:r>
              <a:rPr lang="en">
                <a:solidFill>
                  <a:schemeClr val="accent6"/>
                </a:solidFill>
              </a:rPr>
              <a:t>The problem</a:t>
            </a:r>
            <a:endParaRPr>
              <a:solidFill>
                <a:schemeClr val="accent6"/>
              </a:solidFill>
            </a:endParaRPr>
          </a:p>
        </p:txBody>
      </p:sp>
      <p:sp>
        <p:nvSpPr>
          <p:cNvPr id="447" name="Google Shape;447;p49"/>
          <p:cNvSpPr txBox="1"/>
          <p:nvPr>
            <p:ph idx="2" type="title"/>
          </p:nvPr>
        </p:nvSpPr>
        <p:spPr>
          <a:xfrm>
            <a:off x="931675" y="1712050"/>
            <a:ext cx="4005900" cy="1705800"/>
          </a:xfrm>
          <a:prstGeom prst="rect">
            <a:avLst/>
          </a:prstGeom>
        </p:spPr>
        <p:txBody>
          <a:bodyPr anchorCtr="0" anchor="t" bIns="0" lIns="0" spcFirstLastPara="1" rIns="91425" wrap="square" tIns="0">
            <a:noAutofit/>
          </a:bodyPr>
          <a:lstStyle/>
          <a:p>
            <a:pPr indent="0" lvl="0" marL="0" rtl="0" algn="l">
              <a:lnSpc>
                <a:spcPct val="100000"/>
              </a:lnSpc>
              <a:spcBef>
                <a:spcPts val="1000"/>
              </a:spcBef>
              <a:spcAft>
                <a:spcPts val="0"/>
              </a:spcAft>
              <a:buClr>
                <a:schemeClr val="dk1"/>
              </a:buClr>
              <a:buSzPts val="1100"/>
              <a:buFont typeface="Arial"/>
              <a:buNone/>
            </a:pPr>
            <a:r>
              <a:rPr lang="en">
                <a:solidFill>
                  <a:schemeClr val="accent6"/>
                </a:solidFill>
              </a:rPr>
              <a:t>It’s no secret that emergency responders in our province can get overwhelmed with the volume of requests that they receive. They have limited resources to respond to emergencies of various priorities that can happen anytime, anywhere, and it can get extremely hectic to coordinate.</a:t>
            </a:r>
            <a:endParaRPr>
              <a:solidFill>
                <a:schemeClr val="accent6"/>
              </a:solidFill>
            </a:endParaRPr>
          </a:p>
        </p:txBody>
      </p:sp>
      <p:sp>
        <p:nvSpPr>
          <p:cNvPr descr="A question mark icon." id="448" name="Google Shape;448;p49"/>
          <p:cNvSpPr txBox="1"/>
          <p:nvPr/>
        </p:nvSpPr>
        <p:spPr>
          <a:xfrm>
            <a:off x="6517802" y="1117222"/>
            <a:ext cx="813300" cy="117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200"/>
              <a:buFont typeface="Arial"/>
              <a:buNone/>
            </a:pPr>
            <a:r>
              <a:rPr lang="en" sz="7200">
                <a:solidFill>
                  <a:schemeClr val="accent3"/>
                </a:solidFill>
                <a:latin typeface="Quantico"/>
                <a:ea typeface="Quantico"/>
                <a:cs typeface="Quantico"/>
                <a:sym typeface="Quantico"/>
              </a:rPr>
              <a:t>?</a:t>
            </a:r>
            <a:endParaRPr sz="7200">
              <a:solidFill>
                <a:schemeClr val="accent3"/>
              </a:solidFill>
              <a:latin typeface="Quantico"/>
              <a:ea typeface="Quantico"/>
              <a:cs typeface="Quantico"/>
              <a:sym typeface="Quantico"/>
            </a:endParaRPr>
          </a:p>
        </p:txBody>
      </p:sp>
      <p:sp>
        <p:nvSpPr>
          <p:cNvPr descr="An exclamation mark icon" id="449" name="Google Shape;449;p49"/>
          <p:cNvSpPr txBox="1"/>
          <p:nvPr/>
        </p:nvSpPr>
        <p:spPr>
          <a:xfrm>
            <a:off x="6665927" y="3103597"/>
            <a:ext cx="813300" cy="117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200"/>
              <a:buFont typeface="Arial"/>
              <a:buNone/>
            </a:pPr>
            <a:r>
              <a:rPr lang="en" sz="7200">
                <a:solidFill>
                  <a:schemeClr val="accent4"/>
                </a:solidFill>
                <a:latin typeface="Quantico"/>
                <a:ea typeface="Quantico"/>
                <a:cs typeface="Quantico"/>
                <a:sym typeface="Quantico"/>
              </a:rPr>
              <a:t>!</a:t>
            </a:r>
            <a:endParaRPr sz="7200">
              <a:solidFill>
                <a:schemeClr val="accent4"/>
              </a:solidFill>
              <a:latin typeface="Quantico"/>
              <a:ea typeface="Quantico"/>
              <a:cs typeface="Quantico"/>
              <a:sym typeface="Quantic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50"/>
          <p:cNvSpPr txBox="1"/>
          <p:nvPr>
            <p:ph type="title"/>
          </p:nvPr>
        </p:nvSpPr>
        <p:spPr>
          <a:xfrm>
            <a:off x="901475" y="907075"/>
            <a:ext cx="4695000" cy="862500"/>
          </a:xfrm>
          <a:prstGeom prst="rect">
            <a:avLst/>
          </a:prstGeom>
        </p:spPr>
        <p:txBody>
          <a:bodyPr anchorCtr="0" anchor="t" bIns="0" lIns="0" spcFirstLastPara="1" rIns="91425" wrap="square" tIns="0">
            <a:noAutofit/>
          </a:bodyPr>
          <a:lstStyle/>
          <a:p>
            <a:pPr indent="0" lvl="0" marL="0" rtl="0" algn="l">
              <a:lnSpc>
                <a:spcPct val="80000"/>
              </a:lnSpc>
              <a:spcBef>
                <a:spcPts val="0"/>
              </a:spcBef>
              <a:spcAft>
                <a:spcPts val="0"/>
              </a:spcAft>
              <a:buSzPts val="3000"/>
              <a:buNone/>
            </a:pPr>
            <a:r>
              <a:rPr lang="en"/>
              <a:t>The solution</a:t>
            </a:r>
            <a:endParaRPr/>
          </a:p>
        </p:txBody>
      </p:sp>
      <p:sp>
        <p:nvSpPr>
          <p:cNvPr id="455" name="Google Shape;455;p50"/>
          <p:cNvSpPr txBox="1"/>
          <p:nvPr>
            <p:ph idx="2" type="title"/>
          </p:nvPr>
        </p:nvSpPr>
        <p:spPr>
          <a:xfrm>
            <a:off x="930907" y="1836900"/>
            <a:ext cx="4005900" cy="1879500"/>
          </a:xfrm>
          <a:prstGeom prst="rect">
            <a:avLst/>
          </a:prstGeom>
        </p:spPr>
        <p:txBody>
          <a:bodyPr anchorCtr="0" anchor="t" bIns="0" lIns="0" spcFirstLastPara="1" rIns="91425" wrap="square" tIns="0">
            <a:noAutofit/>
          </a:bodyPr>
          <a:lstStyle/>
          <a:p>
            <a:pPr indent="0" lvl="0" marL="0" rtl="0" algn="l">
              <a:spcBef>
                <a:spcPts val="1000"/>
              </a:spcBef>
              <a:spcAft>
                <a:spcPts val="0"/>
              </a:spcAft>
              <a:buSzPts val="1600"/>
              <a:buNone/>
            </a:pPr>
            <a:r>
              <a:rPr lang="en"/>
              <a:t>You were hired by the government to create a system that can systematically assign fleets to where they’re needed, and analyze the current arrangement of emergency forces to determine what the most efficient placement of the fleets would be.</a:t>
            </a:r>
            <a:endParaRPr u="sng"/>
          </a:p>
          <a:p>
            <a:pPr indent="0" lvl="0" marL="0" rtl="0" algn="l">
              <a:spcBef>
                <a:spcPts val="1000"/>
              </a:spcBef>
              <a:spcAft>
                <a:spcPts val="0"/>
              </a:spcAft>
              <a:buSzPts val="1600"/>
              <a:buNone/>
            </a:pPr>
            <a:r>
              <a:t/>
            </a:r>
            <a:endParaRPr/>
          </a:p>
        </p:txBody>
      </p:sp>
      <p:grpSp>
        <p:nvGrpSpPr>
          <p:cNvPr id="456" name="Google Shape;456;p50"/>
          <p:cNvGrpSpPr/>
          <p:nvPr/>
        </p:nvGrpSpPr>
        <p:grpSpPr>
          <a:xfrm>
            <a:off x="6669394" y="1233289"/>
            <a:ext cx="750966" cy="862557"/>
            <a:chOff x="6071775" y="2386700"/>
            <a:chExt cx="1308075" cy="1502450"/>
          </a:xfrm>
        </p:grpSpPr>
        <p:sp>
          <p:nvSpPr>
            <p:cNvPr descr="A lightbulb icon." id="457" name="Google Shape;457;p50"/>
            <p:cNvSpPr/>
            <p:nvPr/>
          </p:nvSpPr>
          <p:spPr>
            <a:xfrm>
              <a:off x="6338375" y="2650600"/>
              <a:ext cx="774875" cy="924700"/>
            </a:xfrm>
            <a:custGeom>
              <a:rect b="b" l="l" r="r" t="t"/>
              <a:pathLst>
                <a:path extrusionOk="0" h="36988" w="30995">
                  <a:moveTo>
                    <a:pt x="15498" y="2457"/>
                  </a:moveTo>
                  <a:cubicBezTo>
                    <a:pt x="22679" y="2457"/>
                    <a:pt x="28538" y="8316"/>
                    <a:pt x="28538" y="15497"/>
                  </a:cubicBezTo>
                  <a:cubicBezTo>
                    <a:pt x="28538" y="18845"/>
                    <a:pt x="27269" y="22031"/>
                    <a:pt x="24974" y="24434"/>
                  </a:cubicBezTo>
                  <a:cubicBezTo>
                    <a:pt x="24920" y="24515"/>
                    <a:pt x="24839" y="24596"/>
                    <a:pt x="24758" y="24677"/>
                  </a:cubicBezTo>
                  <a:cubicBezTo>
                    <a:pt x="21653" y="27971"/>
                    <a:pt x="21059" y="32371"/>
                    <a:pt x="20978" y="34531"/>
                  </a:cubicBezTo>
                  <a:lnTo>
                    <a:pt x="10017" y="34531"/>
                  </a:lnTo>
                  <a:cubicBezTo>
                    <a:pt x="9936" y="32371"/>
                    <a:pt x="9342" y="27944"/>
                    <a:pt x="6210" y="24650"/>
                  </a:cubicBezTo>
                  <a:cubicBezTo>
                    <a:pt x="6210" y="24650"/>
                    <a:pt x="6183" y="24623"/>
                    <a:pt x="6183" y="24623"/>
                  </a:cubicBezTo>
                  <a:cubicBezTo>
                    <a:pt x="6129" y="24569"/>
                    <a:pt x="6075" y="24488"/>
                    <a:pt x="6021" y="24434"/>
                  </a:cubicBezTo>
                  <a:cubicBezTo>
                    <a:pt x="3726" y="22031"/>
                    <a:pt x="2457" y="18845"/>
                    <a:pt x="2457" y="15497"/>
                  </a:cubicBezTo>
                  <a:cubicBezTo>
                    <a:pt x="2457" y="8316"/>
                    <a:pt x="8316" y="2457"/>
                    <a:pt x="15498" y="2457"/>
                  </a:cubicBezTo>
                  <a:close/>
                  <a:moveTo>
                    <a:pt x="15498" y="1"/>
                  </a:moveTo>
                  <a:cubicBezTo>
                    <a:pt x="6966" y="1"/>
                    <a:pt x="1" y="6966"/>
                    <a:pt x="1" y="15497"/>
                  </a:cubicBezTo>
                  <a:cubicBezTo>
                    <a:pt x="1" y="19493"/>
                    <a:pt x="1513" y="23273"/>
                    <a:pt x="4239" y="26135"/>
                  </a:cubicBezTo>
                  <a:cubicBezTo>
                    <a:pt x="4239" y="26135"/>
                    <a:pt x="4239" y="26135"/>
                    <a:pt x="4266" y="26162"/>
                  </a:cubicBezTo>
                  <a:cubicBezTo>
                    <a:pt x="4293" y="26216"/>
                    <a:pt x="4347" y="26270"/>
                    <a:pt x="4374" y="26297"/>
                  </a:cubicBezTo>
                  <a:cubicBezTo>
                    <a:pt x="4374" y="26297"/>
                    <a:pt x="4374" y="26297"/>
                    <a:pt x="4401" y="26324"/>
                  </a:cubicBezTo>
                  <a:cubicBezTo>
                    <a:pt x="7884" y="29995"/>
                    <a:pt x="7560" y="35638"/>
                    <a:pt x="7560" y="35692"/>
                  </a:cubicBezTo>
                  <a:cubicBezTo>
                    <a:pt x="7560" y="35692"/>
                    <a:pt x="7560" y="35692"/>
                    <a:pt x="7479" y="36988"/>
                  </a:cubicBezTo>
                  <a:lnTo>
                    <a:pt x="23516" y="36988"/>
                  </a:lnTo>
                  <a:cubicBezTo>
                    <a:pt x="23516" y="36988"/>
                    <a:pt x="23516" y="36988"/>
                    <a:pt x="23435" y="35692"/>
                  </a:cubicBezTo>
                  <a:cubicBezTo>
                    <a:pt x="23435" y="35638"/>
                    <a:pt x="23111" y="29995"/>
                    <a:pt x="26567" y="26351"/>
                  </a:cubicBezTo>
                  <a:cubicBezTo>
                    <a:pt x="26567" y="26351"/>
                    <a:pt x="26567" y="26351"/>
                    <a:pt x="26594" y="26324"/>
                  </a:cubicBezTo>
                  <a:cubicBezTo>
                    <a:pt x="26621" y="26270"/>
                    <a:pt x="26675" y="26216"/>
                    <a:pt x="26729" y="26162"/>
                  </a:cubicBezTo>
                  <a:cubicBezTo>
                    <a:pt x="26729" y="26162"/>
                    <a:pt x="26729" y="26162"/>
                    <a:pt x="26756" y="26135"/>
                  </a:cubicBezTo>
                  <a:cubicBezTo>
                    <a:pt x="29483" y="23246"/>
                    <a:pt x="30995" y="19466"/>
                    <a:pt x="30995" y="15497"/>
                  </a:cubicBezTo>
                  <a:cubicBezTo>
                    <a:pt x="30995" y="6966"/>
                    <a:pt x="24029" y="1"/>
                    <a:pt x="15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458" name="Google Shape;458;p50"/>
            <p:cNvSpPr/>
            <p:nvPr/>
          </p:nvSpPr>
          <p:spPr>
            <a:xfrm>
              <a:off x="6528725" y="3618475"/>
              <a:ext cx="394200" cy="61450"/>
            </a:xfrm>
            <a:custGeom>
              <a:rect b="b" l="l" r="r" t="t"/>
              <a:pathLst>
                <a:path extrusionOk="0" h="2458" w="15768">
                  <a:moveTo>
                    <a:pt x="0" y="1"/>
                  </a:moveTo>
                  <a:lnTo>
                    <a:pt x="0" y="2458"/>
                  </a:lnTo>
                  <a:lnTo>
                    <a:pt x="15767" y="2458"/>
                  </a:lnTo>
                  <a:lnTo>
                    <a:pt x="1576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459" name="Google Shape;459;p50"/>
            <p:cNvSpPr/>
            <p:nvPr/>
          </p:nvSpPr>
          <p:spPr>
            <a:xfrm>
              <a:off x="6528725" y="3723100"/>
              <a:ext cx="394200" cy="61450"/>
            </a:xfrm>
            <a:custGeom>
              <a:rect b="b" l="l" r="r" t="t"/>
              <a:pathLst>
                <a:path extrusionOk="0" h="2458" w="15768">
                  <a:moveTo>
                    <a:pt x="0" y="0"/>
                  </a:moveTo>
                  <a:lnTo>
                    <a:pt x="0" y="2457"/>
                  </a:lnTo>
                  <a:lnTo>
                    <a:pt x="15767" y="2457"/>
                  </a:lnTo>
                  <a:lnTo>
                    <a:pt x="1576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460" name="Google Shape;460;p50"/>
            <p:cNvSpPr/>
            <p:nvPr/>
          </p:nvSpPr>
          <p:spPr>
            <a:xfrm>
              <a:off x="6607675" y="3827725"/>
              <a:ext cx="236275" cy="61425"/>
            </a:xfrm>
            <a:custGeom>
              <a:rect b="b" l="l" r="r" t="t"/>
              <a:pathLst>
                <a:path extrusionOk="0" h="2457" w="9451">
                  <a:moveTo>
                    <a:pt x="1" y="0"/>
                  </a:moveTo>
                  <a:lnTo>
                    <a:pt x="1" y="2457"/>
                  </a:lnTo>
                  <a:lnTo>
                    <a:pt x="9450" y="2457"/>
                  </a:lnTo>
                  <a:lnTo>
                    <a:pt x="945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461" name="Google Shape;461;p50"/>
            <p:cNvSpPr/>
            <p:nvPr/>
          </p:nvSpPr>
          <p:spPr>
            <a:xfrm>
              <a:off x="6241850" y="3352550"/>
              <a:ext cx="172150" cy="172825"/>
            </a:xfrm>
            <a:custGeom>
              <a:rect b="b" l="l" r="r" t="t"/>
              <a:pathLst>
                <a:path extrusionOk="0" h="6913" w="6886">
                  <a:moveTo>
                    <a:pt x="5158" y="1"/>
                  </a:moveTo>
                  <a:lnTo>
                    <a:pt x="1" y="5157"/>
                  </a:lnTo>
                  <a:lnTo>
                    <a:pt x="1729" y="6912"/>
                  </a:lnTo>
                  <a:lnTo>
                    <a:pt x="6885" y="1728"/>
                  </a:lnTo>
                  <a:lnTo>
                    <a:pt x="51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462" name="Google Shape;462;p50"/>
            <p:cNvSpPr/>
            <p:nvPr/>
          </p:nvSpPr>
          <p:spPr>
            <a:xfrm>
              <a:off x="6071775" y="3010350"/>
              <a:ext cx="182925" cy="61450"/>
            </a:xfrm>
            <a:custGeom>
              <a:rect b="b" l="l" r="r" t="t"/>
              <a:pathLst>
                <a:path extrusionOk="0" h="2458" w="7317">
                  <a:moveTo>
                    <a:pt x="0" y="1"/>
                  </a:moveTo>
                  <a:lnTo>
                    <a:pt x="0" y="2457"/>
                  </a:lnTo>
                  <a:lnTo>
                    <a:pt x="7317" y="2457"/>
                  </a:lnTo>
                  <a:lnTo>
                    <a:pt x="73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463" name="Google Shape;463;p50"/>
            <p:cNvSpPr/>
            <p:nvPr/>
          </p:nvSpPr>
          <p:spPr>
            <a:xfrm>
              <a:off x="6241850" y="2556775"/>
              <a:ext cx="172150" cy="172825"/>
            </a:xfrm>
            <a:custGeom>
              <a:rect b="b" l="l" r="r" t="t"/>
              <a:pathLst>
                <a:path extrusionOk="0" h="6913" w="6886">
                  <a:moveTo>
                    <a:pt x="1729" y="1"/>
                  </a:moveTo>
                  <a:lnTo>
                    <a:pt x="1" y="1729"/>
                  </a:lnTo>
                  <a:lnTo>
                    <a:pt x="5158" y="6912"/>
                  </a:lnTo>
                  <a:lnTo>
                    <a:pt x="6885" y="5158"/>
                  </a:lnTo>
                  <a:lnTo>
                    <a:pt x="17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464" name="Google Shape;464;p50"/>
            <p:cNvSpPr/>
            <p:nvPr/>
          </p:nvSpPr>
          <p:spPr>
            <a:xfrm>
              <a:off x="6694750" y="2386700"/>
              <a:ext cx="62125" cy="182925"/>
            </a:xfrm>
            <a:custGeom>
              <a:rect b="b" l="l" r="r" t="t"/>
              <a:pathLst>
                <a:path extrusionOk="0" h="7317" w="2485">
                  <a:moveTo>
                    <a:pt x="1" y="0"/>
                  </a:moveTo>
                  <a:lnTo>
                    <a:pt x="1" y="7317"/>
                  </a:lnTo>
                  <a:lnTo>
                    <a:pt x="2485" y="7317"/>
                  </a:lnTo>
                  <a:lnTo>
                    <a:pt x="24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465" name="Google Shape;465;p50"/>
            <p:cNvSpPr/>
            <p:nvPr/>
          </p:nvSpPr>
          <p:spPr>
            <a:xfrm>
              <a:off x="7037625" y="2556775"/>
              <a:ext cx="172150" cy="172825"/>
            </a:xfrm>
            <a:custGeom>
              <a:rect b="b" l="l" r="r" t="t"/>
              <a:pathLst>
                <a:path extrusionOk="0" h="6913" w="6886">
                  <a:moveTo>
                    <a:pt x="5158" y="1"/>
                  </a:moveTo>
                  <a:lnTo>
                    <a:pt x="1" y="5158"/>
                  </a:lnTo>
                  <a:lnTo>
                    <a:pt x="1729" y="6912"/>
                  </a:lnTo>
                  <a:lnTo>
                    <a:pt x="6885" y="1729"/>
                  </a:lnTo>
                  <a:lnTo>
                    <a:pt x="51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466" name="Google Shape;466;p50"/>
            <p:cNvSpPr/>
            <p:nvPr/>
          </p:nvSpPr>
          <p:spPr>
            <a:xfrm>
              <a:off x="7196925" y="3010350"/>
              <a:ext cx="182925" cy="61450"/>
            </a:xfrm>
            <a:custGeom>
              <a:rect b="b" l="l" r="r" t="t"/>
              <a:pathLst>
                <a:path extrusionOk="0" h="2458" w="7317">
                  <a:moveTo>
                    <a:pt x="0" y="1"/>
                  </a:moveTo>
                  <a:lnTo>
                    <a:pt x="0" y="2457"/>
                  </a:lnTo>
                  <a:lnTo>
                    <a:pt x="7317" y="2457"/>
                  </a:lnTo>
                  <a:lnTo>
                    <a:pt x="73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467" name="Google Shape;467;p50"/>
            <p:cNvSpPr/>
            <p:nvPr/>
          </p:nvSpPr>
          <p:spPr>
            <a:xfrm>
              <a:off x="7037625" y="3352550"/>
              <a:ext cx="172150" cy="172825"/>
            </a:xfrm>
            <a:custGeom>
              <a:rect b="b" l="l" r="r" t="t"/>
              <a:pathLst>
                <a:path extrusionOk="0" h="6913" w="6886">
                  <a:moveTo>
                    <a:pt x="1729" y="1"/>
                  </a:moveTo>
                  <a:lnTo>
                    <a:pt x="1" y="1728"/>
                  </a:lnTo>
                  <a:lnTo>
                    <a:pt x="5158" y="6912"/>
                  </a:lnTo>
                  <a:lnTo>
                    <a:pt x="6885" y="5157"/>
                  </a:lnTo>
                  <a:lnTo>
                    <a:pt x="17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468" name="Google Shape;468;p50"/>
            <p:cNvSpPr/>
            <p:nvPr/>
          </p:nvSpPr>
          <p:spPr>
            <a:xfrm>
              <a:off x="6584750" y="3015075"/>
              <a:ext cx="282150" cy="195075"/>
            </a:xfrm>
            <a:custGeom>
              <a:rect b="b" l="l" r="r" t="t"/>
              <a:pathLst>
                <a:path extrusionOk="0" h="7803" w="11286">
                  <a:moveTo>
                    <a:pt x="9557" y="1"/>
                  </a:moveTo>
                  <a:lnTo>
                    <a:pt x="5238" y="4320"/>
                  </a:lnTo>
                  <a:lnTo>
                    <a:pt x="1728" y="810"/>
                  </a:lnTo>
                  <a:lnTo>
                    <a:pt x="0" y="2565"/>
                  </a:lnTo>
                  <a:lnTo>
                    <a:pt x="5238" y="7803"/>
                  </a:lnTo>
                  <a:lnTo>
                    <a:pt x="11285" y="1755"/>
                  </a:lnTo>
                  <a:lnTo>
                    <a:pt x="955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grpSp>
      <p:grpSp>
        <p:nvGrpSpPr>
          <p:cNvPr id="469" name="Google Shape;469;p50"/>
          <p:cNvGrpSpPr/>
          <p:nvPr/>
        </p:nvGrpSpPr>
        <p:grpSpPr>
          <a:xfrm>
            <a:off x="6669394" y="3260464"/>
            <a:ext cx="750966" cy="862557"/>
            <a:chOff x="6071775" y="2386700"/>
            <a:chExt cx="1308075" cy="1502450"/>
          </a:xfrm>
        </p:grpSpPr>
        <p:sp>
          <p:nvSpPr>
            <p:cNvPr id="470" name="Google Shape;470;p50"/>
            <p:cNvSpPr/>
            <p:nvPr/>
          </p:nvSpPr>
          <p:spPr>
            <a:xfrm>
              <a:off x="6338375" y="2650600"/>
              <a:ext cx="774875" cy="924700"/>
            </a:xfrm>
            <a:custGeom>
              <a:rect b="b" l="l" r="r" t="t"/>
              <a:pathLst>
                <a:path extrusionOk="0" h="36988" w="30995">
                  <a:moveTo>
                    <a:pt x="15498" y="2457"/>
                  </a:moveTo>
                  <a:cubicBezTo>
                    <a:pt x="22679" y="2457"/>
                    <a:pt x="28538" y="8316"/>
                    <a:pt x="28538" y="15497"/>
                  </a:cubicBezTo>
                  <a:cubicBezTo>
                    <a:pt x="28538" y="18845"/>
                    <a:pt x="27269" y="22031"/>
                    <a:pt x="24974" y="24434"/>
                  </a:cubicBezTo>
                  <a:cubicBezTo>
                    <a:pt x="24920" y="24515"/>
                    <a:pt x="24839" y="24596"/>
                    <a:pt x="24758" y="24677"/>
                  </a:cubicBezTo>
                  <a:cubicBezTo>
                    <a:pt x="21653" y="27971"/>
                    <a:pt x="21059" y="32371"/>
                    <a:pt x="20978" y="34531"/>
                  </a:cubicBezTo>
                  <a:lnTo>
                    <a:pt x="10017" y="34531"/>
                  </a:lnTo>
                  <a:cubicBezTo>
                    <a:pt x="9936" y="32371"/>
                    <a:pt x="9342" y="27944"/>
                    <a:pt x="6210" y="24650"/>
                  </a:cubicBezTo>
                  <a:cubicBezTo>
                    <a:pt x="6210" y="24650"/>
                    <a:pt x="6183" y="24623"/>
                    <a:pt x="6183" y="24623"/>
                  </a:cubicBezTo>
                  <a:cubicBezTo>
                    <a:pt x="6129" y="24569"/>
                    <a:pt x="6075" y="24488"/>
                    <a:pt x="6021" y="24434"/>
                  </a:cubicBezTo>
                  <a:cubicBezTo>
                    <a:pt x="3726" y="22031"/>
                    <a:pt x="2457" y="18845"/>
                    <a:pt x="2457" y="15497"/>
                  </a:cubicBezTo>
                  <a:cubicBezTo>
                    <a:pt x="2457" y="8316"/>
                    <a:pt x="8316" y="2457"/>
                    <a:pt x="15498" y="2457"/>
                  </a:cubicBezTo>
                  <a:close/>
                  <a:moveTo>
                    <a:pt x="15498" y="1"/>
                  </a:moveTo>
                  <a:cubicBezTo>
                    <a:pt x="6966" y="1"/>
                    <a:pt x="1" y="6966"/>
                    <a:pt x="1" y="15497"/>
                  </a:cubicBezTo>
                  <a:cubicBezTo>
                    <a:pt x="1" y="19493"/>
                    <a:pt x="1513" y="23273"/>
                    <a:pt x="4239" y="26135"/>
                  </a:cubicBezTo>
                  <a:cubicBezTo>
                    <a:pt x="4239" y="26135"/>
                    <a:pt x="4239" y="26135"/>
                    <a:pt x="4266" y="26162"/>
                  </a:cubicBezTo>
                  <a:cubicBezTo>
                    <a:pt x="4293" y="26216"/>
                    <a:pt x="4347" y="26270"/>
                    <a:pt x="4374" y="26297"/>
                  </a:cubicBezTo>
                  <a:cubicBezTo>
                    <a:pt x="4374" y="26297"/>
                    <a:pt x="4374" y="26297"/>
                    <a:pt x="4401" y="26324"/>
                  </a:cubicBezTo>
                  <a:cubicBezTo>
                    <a:pt x="7884" y="29995"/>
                    <a:pt x="7560" y="35638"/>
                    <a:pt x="7560" y="35692"/>
                  </a:cubicBezTo>
                  <a:cubicBezTo>
                    <a:pt x="7560" y="35692"/>
                    <a:pt x="7560" y="35692"/>
                    <a:pt x="7479" y="36988"/>
                  </a:cubicBezTo>
                  <a:lnTo>
                    <a:pt x="23516" y="36988"/>
                  </a:lnTo>
                  <a:cubicBezTo>
                    <a:pt x="23516" y="36988"/>
                    <a:pt x="23516" y="36988"/>
                    <a:pt x="23435" y="35692"/>
                  </a:cubicBezTo>
                  <a:cubicBezTo>
                    <a:pt x="23435" y="35638"/>
                    <a:pt x="23111" y="29995"/>
                    <a:pt x="26567" y="26351"/>
                  </a:cubicBezTo>
                  <a:cubicBezTo>
                    <a:pt x="26567" y="26351"/>
                    <a:pt x="26567" y="26351"/>
                    <a:pt x="26594" y="26324"/>
                  </a:cubicBezTo>
                  <a:cubicBezTo>
                    <a:pt x="26621" y="26270"/>
                    <a:pt x="26675" y="26216"/>
                    <a:pt x="26729" y="26162"/>
                  </a:cubicBezTo>
                  <a:cubicBezTo>
                    <a:pt x="26729" y="26162"/>
                    <a:pt x="26729" y="26162"/>
                    <a:pt x="26756" y="26135"/>
                  </a:cubicBezTo>
                  <a:cubicBezTo>
                    <a:pt x="29483" y="23246"/>
                    <a:pt x="30995" y="19466"/>
                    <a:pt x="30995" y="15497"/>
                  </a:cubicBezTo>
                  <a:cubicBezTo>
                    <a:pt x="30995" y="6966"/>
                    <a:pt x="24029" y="1"/>
                    <a:pt x="15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471" name="Google Shape;471;p50"/>
            <p:cNvSpPr/>
            <p:nvPr/>
          </p:nvSpPr>
          <p:spPr>
            <a:xfrm>
              <a:off x="6528725" y="3618475"/>
              <a:ext cx="394200" cy="61450"/>
            </a:xfrm>
            <a:custGeom>
              <a:rect b="b" l="l" r="r" t="t"/>
              <a:pathLst>
                <a:path extrusionOk="0" h="2458" w="15768">
                  <a:moveTo>
                    <a:pt x="0" y="1"/>
                  </a:moveTo>
                  <a:lnTo>
                    <a:pt x="0" y="2458"/>
                  </a:lnTo>
                  <a:lnTo>
                    <a:pt x="15767" y="2458"/>
                  </a:lnTo>
                  <a:lnTo>
                    <a:pt x="1576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472" name="Google Shape;472;p50"/>
            <p:cNvSpPr/>
            <p:nvPr/>
          </p:nvSpPr>
          <p:spPr>
            <a:xfrm>
              <a:off x="6528725" y="3723100"/>
              <a:ext cx="394200" cy="61450"/>
            </a:xfrm>
            <a:custGeom>
              <a:rect b="b" l="l" r="r" t="t"/>
              <a:pathLst>
                <a:path extrusionOk="0" h="2458" w="15768">
                  <a:moveTo>
                    <a:pt x="0" y="0"/>
                  </a:moveTo>
                  <a:lnTo>
                    <a:pt x="0" y="2457"/>
                  </a:lnTo>
                  <a:lnTo>
                    <a:pt x="15767" y="2457"/>
                  </a:lnTo>
                  <a:lnTo>
                    <a:pt x="1576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473" name="Google Shape;473;p50"/>
            <p:cNvSpPr/>
            <p:nvPr/>
          </p:nvSpPr>
          <p:spPr>
            <a:xfrm>
              <a:off x="6607675" y="3827725"/>
              <a:ext cx="236275" cy="61425"/>
            </a:xfrm>
            <a:custGeom>
              <a:rect b="b" l="l" r="r" t="t"/>
              <a:pathLst>
                <a:path extrusionOk="0" h="2457" w="9451">
                  <a:moveTo>
                    <a:pt x="1" y="0"/>
                  </a:moveTo>
                  <a:lnTo>
                    <a:pt x="1" y="2457"/>
                  </a:lnTo>
                  <a:lnTo>
                    <a:pt x="9450" y="2457"/>
                  </a:lnTo>
                  <a:lnTo>
                    <a:pt x="945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474" name="Google Shape;474;p50"/>
            <p:cNvSpPr/>
            <p:nvPr/>
          </p:nvSpPr>
          <p:spPr>
            <a:xfrm>
              <a:off x="6241850" y="3352550"/>
              <a:ext cx="172150" cy="172825"/>
            </a:xfrm>
            <a:custGeom>
              <a:rect b="b" l="l" r="r" t="t"/>
              <a:pathLst>
                <a:path extrusionOk="0" h="6913" w="6886">
                  <a:moveTo>
                    <a:pt x="5158" y="1"/>
                  </a:moveTo>
                  <a:lnTo>
                    <a:pt x="1" y="5157"/>
                  </a:lnTo>
                  <a:lnTo>
                    <a:pt x="1729" y="6912"/>
                  </a:lnTo>
                  <a:lnTo>
                    <a:pt x="6885" y="1728"/>
                  </a:lnTo>
                  <a:lnTo>
                    <a:pt x="515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475" name="Google Shape;475;p50"/>
            <p:cNvSpPr/>
            <p:nvPr/>
          </p:nvSpPr>
          <p:spPr>
            <a:xfrm>
              <a:off x="6071775" y="3010350"/>
              <a:ext cx="182925" cy="61450"/>
            </a:xfrm>
            <a:custGeom>
              <a:rect b="b" l="l" r="r" t="t"/>
              <a:pathLst>
                <a:path extrusionOk="0" h="2458" w="7317">
                  <a:moveTo>
                    <a:pt x="0" y="1"/>
                  </a:moveTo>
                  <a:lnTo>
                    <a:pt x="0" y="2457"/>
                  </a:lnTo>
                  <a:lnTo>
                    <a:pt x="7317" y="2457"/>
                  </a:lnTo>
                  <a:lnTo>
                    <a:pt x="731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476" name="Google Shape;476;p50"/>
            <p:cNvSpPr/>
            <p:nvPr/>
          </p:nvSpPr>
          <p:spPr>
            <a:xfrm>
              <a:off x="6241850" y="2556775"/>
              <a:ext cx="172150" cy="172825"/>
            </a:xfrm>
            <a:custGeom>
              <a:rect b="b" l="l" r="r" t="t"/>
              <a:pathLst>
                <a:path extrusionOk="0" h="6913" w="6886">
                  <a:moveTo>
                    <a:pt x="1729" y="1"/>
                  </a:moveTo>
                  <a:lnTo>
                    <a:pt x="1" y="1729"/>
                  </a:lnTo>
                  <a:lnTo>
                    <a:pt x="5158" y="6912"/>
                  </a:lnTo>
                  <a:lnTo>
                    <a:pt x="6885" y="5158"/>
                  </a:lnTo>
                  <a:lnTo>
                    <a:pt x="172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477" name="Google Shape;477;p50"/>
            <p:cNvSpPr/>
            <p:nvPr/>
          </p:nvSpPr>
          <p:spPr>
            <a:xfrm>
              <a:off x="6694750" y="2386700"/>
              <a:ext cx="62125" cy="182925"/>
            </a:xfrm>
            <a:custGeom>
              <a:rect b="b" l="l" r="r" t="t"/>
              <a:pathLst>
                <a:path extrusionOk="0" h="7317" w="2485">
                  <a:moveTo>
                    <a:pt x="1" y="0"/>
                  </a:moveTo>
                  <a:lnTo>
                    <a:pt x="1" y="7317"/>
                  </a:lnTo>
                  <a:lnTo>
                    <a:pt x="2485" y="7317"/>
                  </a:lnTo>
                  <a:lnTo>
                    <a:pt x="24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478" name="Google Shape;478;p50"/>
            <p:cNvSpPr/>
            <p:nvPr/>
          </p:nvSpPr>
          <p:spPr>
            <a:xfrm>
              <a:off x="7037625" y="2556775"/>
              <a:ext cx="172150" cy="172825"/>
            </a:xfrm>
            <a:custGeom>
              <a:rect b="b" l="l" r="r" t="t"/>
              <a:pathLst>
                <a:path extrusionOk="0" h="6913" w="6886">
                  <a:moveTo>
                    <a:pt x="5158" y="1"/>
                  </a:moveTo>
                  <a:lnTo>
                    <a:pt x="1" y="5158"/>
                  </a:lnTo>
                  <a:lnTo>
                    <a:pt x="1729" y="6912"/>
                  </a:lnTo>
                  <a:lnTo>
                    <a:pt x="6885" y="1729"/>
                  </a:lnTo>
                  <a:lnTo>
                    <a:pt x="515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479" name="Google Shape;479;p50"/>
            <p:cNvSpPr/>
            <p:nvPr/>
          </p:nvSpPr>
          <p:spPr>
            <a:xfrm>
              <a:off x="7196925" y="3010350"/>
              <a:ext cx="182925" cy="61450"/>
            </a:xfrm>
            <a:custGeom>
              <a:rect b="b" l="l" r="r" t="t"/>
              <a:pathLst>
                <a:path extrusionOk="0" h="2458" w="7317">
                  <a:moveTo>
                    <a:pt x="0" y="1"/>
                  </a:moveTo>
                  <a:lnTo>
                    <a:pt x="0" y="2457"/>
                  </a:lnTo>
                  <a:lnTo>
                    <a:pt x="7317" y="2457"/>
                  </a:lnTo>
                  <a:lnTo>
                    <a:pt x="731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480" name="Google Shape;480;p50"/>
            <p:cNvSpPr/>
            <p:nvPr/>
          </p:nvSpPr>
          <p:spPr>
            <a:xfrm>
              <a:off x="7037625" y="3352550"/>
              <a:ext cx="172150" cy="172825"/>
            </a:xfrm>
            <a:custGeom>
              <a:rect b="b" l="l" r="r" t="t"/>
              <a:pathLst>
                <a:path extrusionOk="0" h="6913" w="6886">
                  <a:moveTo>
                    <a:pt x="1729" y="1"/>
                  </a:moveTo>
                  <a:lnTo>
                    <a:pt x="1" y="1728"/>
                  </a:lnTo>
                  <a:lnTo>
                    <a:pt x="5158" y="6912"/>
                  </a:lnTo>
                  <a:lnTo>
                    <a:pt x="6885" y="5157"/>
                  </a:lnTo>
                  <a:lnTo>
                    <a:pt x="172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481" name="Google Shape;481;p50"/>
            <p:cNvSpPr/>
            <p:nvPr/>
          </p:nvSpPr>
          <p:spPr>
            <a:xfrm>
              <a:off x="6584750" y="3015075"/>
              <a:ext cx="282150" cy="195075"/>
            </a:xfrm>
            <a:custGeom>
              <a:rect b="b" l="l" r="r" t="t"/>
              <a:pathLst>
                <a:path extrusionOk="0" h="7803" w="11286">
                  <a:moveTo>
                    <a:pt x="9557" y="1"/>
                  </a:moveTo>
                  <a:lnTo>
                    <a:pt x="5238" y="4320"/>
                  </a:lnTo>
                  <a:lnTo>
                    <a:pt x="1728" y="810"/>
                  </a:lnTo>
                  <a:lnTo>
                    <a:pt x="0" y="2565"/>
                  </a:lnTo>
                  <a:lnTo>
                    <a:pt x="5238" y="7803"/>
                  </a:lnTo>
                  <a:lnTo>
                    <a:pt x="11285" y="1755"/>
                  </a:lnTo>
                  <a:lnTo>
                    <a:pt x="955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51"/>
          <p:cNvSpPr txBox="1"/>
          <p:nvPr>
            <p:ph type="title"/>
          </p:nvPr>
        </p:nvSpPr>
        <p:spPr>
          <a:xfrm>
            <a:off x="920550" y="904500"/>
            <a:ext cx="7226700" cy="9087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3000"/>
              <a:buNone/>
            </a:pPr>
            <a:r>
              <a:rPr lang="en"/>
              <a:t>The solution</a:t>
            </a:r>
            <a:endParaRPr/>
          </a:p>
          <a:p>
            <a:pPr indent="0" lvl="0" marL="0" rtl="0" algn="l">
              <a:spcBef>
                <a:spcPts val="0"/>
              </a:spcBef>
              <a:spcAft>
                <a:spcPts val="0"/>
              </a:spcAft>
              <a:buSzPts val="3000"/>
              <a:buNone/>
            </a:pPr>
            <a:r>
              <a:t/>
            </a:r>
            <a:endParaRPr/>
          </a:p>
        </p:txBody>
      </p:sp>
      <p:sp>
        <p:nvSpPr>
          <p:cNvPr id="487" name="Google Shape;487;p51"/>
          <p:cNvSpPr txBox="1"/>
          <p:nvPr>
            <p:ph idx="2" type="title"/>
          </p:nvPr>
        </p:nvSpPr>
        <p:spPr>
          <a:xfrm>
            <a:off x="920550" y="1881950"/>
            <a:ext cx="5228400" cy="1944000"/>
          </a:xfrm>
          <a:prstGeom prst="rect">
            <a:avLst/>
          </a:prstGeom>
        </p:spPr>
        <p:txBody>
          <a:bodyPr anchorCtr="0" anchor="t" bIns="0" lIns="0" spcFirstLastPara="1" rIns="91425" wrap="square" tIns="0">
            <a:noAutofit/>
          </a:bodyPr>
          <a:lstStyle/>
          <a:p>
            <a:pPr indent="0" lvl="0" marL="0" rtl="0" algn="l">
              <a:lnSpc>
                <a:spcPct val="100000"/>
              </a:lnSpc>
              <a:spcBef>
                <a:spcPts val="1000"/>
              </a:spcBef>
              <a:spcAft>
                <a:spcPts val="0"/>
              </a:spcAft>
              <a:buClr>
                <a:schemeClr val="dk1"/>
              </a:buClr>
              <a:buSzPts val="1100"/>
              <a:buFont typeface="Arial"/>
              <a:buNone/>
            </a:pPr>
            <a:r>
              <a:rPr lang="en"/>
              <a:t>You will be given a simulation of three day’s worth of emergency requests.</a:t>
            </a:r>
            <a:endParaRPr/>
          </a:p>
          <a:p>
            <a:pPr indent="-330200" lvl="0" marL="457200" rtl="0" algn="l">
              <a:lnSpc>
                <a:spcPct val="100000"/>
              </a:lnSpc>
              <a:spcBef>
                <a:spcPts val="1000"/>
              </a:spcBef>
              <a:spcAft>
                <a:spcPts val="0"/>
              </a:spcAft>
              <a:buSzPts val="1600"/>
              <a:buChar char="●"/>
            </a:pPr>
            <a:r>
              <a:rPr lang="en"/>
              <a:t>Find the most efficient response for each emergency that occurs, given the needs and times required and the available resources at the relevant stations.</a:t>
            </a:r>
            <a:endParaRPr/>
          </a:p>
          <a:p>
            <a:pPr indent="-330200" lvl="0" marL="457200" rtl="0" algn="l">
              <a:lnSpc>
                <a:spcPct val="100000"/>
              </a:lnSpc>
              <a:spcBef>
                <a:spcPts val="0"/>
              </a:spcBef>
              <a:spcAft>
                <a:spcPts val="0"/>
              </a:spcAft>
              <a:buSzPts val="1600"/>
              <a:buChar char="●"/>
            </a:pPr>
            <a:r>
              <a:rPr lang="en"/>
              <a:t>Re-form the arrangement of the stations so that they address the needs of the city most efficiently.</a:t>
            </a:r>
            <a:endParaRPr/>
          </a:p>
          <a:p>
            <a:pPr indent="-330200" lvl="0" marL="457200" rtl="0" algn="l">
              <a:lnSpc>
                <a:spcPct val="100000"/>
              </a:lnSpc>
              <a:spcBef>
                <a:spcPts val="0"/>
              </a:spcBef>
              <a:spcAft>
                <a:spcPts val="0"/>
              </a:spcAft>
              <a:buSzPts val="1600"/>
              <a:buChar char="●"/>
            </a:pPr>
            <a:r>
              <a:rPr lang="en"/>
              <a:t>Present your findings to the government (i.e. competition judges).</a:t>
            </a:r>
            <a:endParaRPr/>
          </a:p>
          <a:p>
            <a:pPr indent="0" lvl="0" marL="0" rtl="0" algn="l">
              <a:lnSpc>
                <a:spcPct val="90000"/>
              </a:lnSpc>
              <a:spcBef>
                <a:spcPts val="1000"/>
              </a:spcBef>
              <a:spcAft>
                <a:spcPts val="0"/>
              </a:spcAft>
              <a:buClr>
                <a:schemeClr val="dk1"/>
              </a:buClr>
              <a:buSzPts val="1100"/>
              <a:buNone/>
            </a:pPr>
            <a:r>
              <a:t/>
            </a:r>
            <a:endParaRPr/>
          </a:p>
          <a:p>
            <a:pPr indent="0" lvl="0" marL="0" rtl="0" algn="l">
              <a:spcBef>
                <a:spcPts val="1000"/>
              </a:spcBef>
              <a:spcAft>
                <a:spcPts val="0"/>
              </a:spcAft>
              <a:buClr>
                <a:schemeClr val="dk1"/>
              </a:buClr>
              <a:buSzPts val="1100"/>
              <a:buNone/>
            </a:pPr>
            <a:r>
              <a:t/>
            </a:r>
            <a:endParaRPr/>
          </a:p>
          <a:p>
            <a:pPr indent="0" lvl="0" marL="0" rtl="0" algn="l">
              <a:spcBef>
                <a:spcPts val="1000"/>
              </a:spcBef>
              <a:spcAft>
                <a:spcPts val="0"/>
              </a:spcAft>
              <a:buSzPts val="16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52"/>
          <p:cNvSpPr txBox="1"/>
          <p:nvPr>
            <p:ph type="title"/>
          </p:nvPr>
        </p:nvSpPr>
        <p:spPr>
          <a:xfrm>
            <a:off x="920550" y="904500"/>
            <a:ext cx="7226700" cy="9087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3000"/>
              <a:buNone/>
            </a:pPr>
            <a:r>
              <a:rPr lang="en"/>
              <a:t>The presentation</a:t>
            </a:r>
            <a:endParaRPr/>
          </a:p>
          <a:p>
            <a:pPr indent="0" lvl="0" marL="0" rtl="0" algn="l">
              <a:spcBef>
                <a:spcPts val="0"/>
              </a:spcBef>
              <a:spcAft>
                <a:spcPts val="0"/>
              </a:spcAft>
              <a:buSzPts val="3000"/>
              <a:buNone/>
            </a:pPr>
            <a:r>
              <a:t/>
            </a:r>
            <a:endParaRPr/>
          </a:p>
        </p:txBody>
      </p:sp>
      <p:sp>
        <p:nvSpPr>
          <p:cNvPr id="493" name="Google Shape;493;p52"/>
          <p:cNvSpPr txBox="1"/>
          <p:nvPr>
            <p:ph idx="2" type="title"/>
          </p:nvPr>
        </p:nvSpPr>
        <p:spPr>
          <a:xfrm>
            <a:off x="920550" y="1881950"/>
            <a:ext cx="5228400" cy="1944000"/>
          </a:xfrm>
          <a:prstGeom prst="rect">
            <a:avLst/>
          </a:prstGeom>
        </p:spPr>
        <p:txBody>
          <a:bodyPr anchorCtr="0" anchor="t" bIns="0" lIns="0" spcFirstLastPara="1" rIns="91425" wrap="square" tIns="0">
            <a:noAutofit/>
          </a:bodyPr>
          <a:lstStyle/>
          <a:p>
            <a:pPr indent="0" lvl="0" marL="0" rtl="0" algn="l">
              <a:spcBef>
                <a:spcPts val="1000"/>
              </a:spcBef>
              <a:spcAft>
                <a:spcPts val="0"/>
              </a:spcAft>
              <a:buSzPts val="1600"/>
              <a:buNone/>
            </a:pPr>
            <a:r>
              <a:rPr lang="en"/>
              <a:t>Teams will be asked (in a predetermined randomized order) to present their solutions to the judges. The judges come from a variety of backgrounds and industries.</a:t>
            </a:r>
            <a:endParaRPr/>
          </a:p>
          <a:p>
            <a:pPr indent="0" lvl="0" marL="0" rtl="0" algn="l">
              <a:spcBef>
                <a:spcPts val="1000"/>
              </a:spcBef>
              <a:spcAft>
                <a:spcPts val="0"/>
              </a:spcAft>
              <a:buSzPts val="1600"/>
              <a:buNone/>
            </a:pPr>
            <a:r>
              <a:t/>
            </a:r>
            <a:endParaRPr/>
          </a:p>
          <a:p>
            <a:pPr indent="0" lvl="0" marL="0" rtl="0" algn="l">
              <a:spcBef>
                <a:spcPts val="1000"/>
              </a:spcBef>
              <a:spcAft>
                <a:spcPts val="0"/>
              </a:spcAft>
              <a:buSzPts val="1600"/>
              <a:buNone/>
            </a:pPr>
            <a:r>
              <a:rPr lang="en"/>
              <a:t>They will assess the teams based on the following criteria:</a:t>
            </a:r>
            <a:endParaRPr/>
          </a:p>
          <a:p>
            <a:pPr indent="-330200" lvl="0" marL="457200" rtl="0" algn="l">
              <a:spcBef>
                <a:spcPts val="1000"/>
              </a:spcBef>
              <a:spcAft>
                <a:spcPts val="0"/>
              </a:spcAft>
              <a:buSzPts val="1600"/>
              <a:buChar char="●"/>
            </a:pPr>
            <a:r>
              <a:rPr lang="en"/>
              <a:t>Problem solving ability</a:t>
            </a:r>
            <a:endParaRPr/>
          </a:p>
          <a:p>
            <a:pPr indent="-330200" lvl="0" marL="457200" rtl="0" algn="l">
              <a:spcBef>
                <a:spcPts val="0"/>
              </a:spcBef>
              <a:spcAft>
                <a:spcPts val="0"/>
              </a:spcAft>
              <a:buSzPts val="1600"/>
              <a:buChar char="●"/>
            </a:pPr>
            <a:r>
              <a:rPr lang="en"/>
              <a:t>Proposed solution</a:t>
            </a:r>
            <a:endParaRPr/>
          </a:p>
          <a:p>
            <a:pPr indent="-330200" lvl="0" marL="457200" rtl="0" algn="l">
              <a:spcBef>
                <a:spcPts val="0"/>
              </a:spcBef>
              <a:spcAft>
                <a:spcPts val="0"/>
              </a:spcAft>
              <a:buSzPts val="1600"/>
              <a:buChar char="●"/>
            </a:pPr>
            <a:r>
              <a:rPr lang="en"/>
              <a:t>Communication skills</a:t>
            </a:r>
            <a:endParaRPr/>
          </a:p>
          <a:p>
            <a:pPr indent="-330200" lvl="0" marL="457200" rtl="0" algn="l">
              <a:spcBef>
                <a:spcPts val="0"/>
              </a:spcBef>
              <a:spcAft>
                <a:spcPts val="0"/>
              </a:spcAft>
              <a:buSzPts val="1600"/>
              <a:buChar char="●"/>
            </a:pPr>
            <a:r>
              <a:rPr lang="en"/>
              <a:t>Team dynamic</a:t>
            </a:r>
            <a:endParaRPr/>
          </a:p>
          <a:p>
            <a:pPr indent="0" lvl="0" marL="0" rtl="0" algn="l">
              <a:spcBef>
                <a:spcPts val="1000"/>
              </a:spcBef>
              <a:spcAft>
                <a:spcPts val="0"/>
              </a:spcAft>
              <a:buSzPts val="1600"/>
              <a:buNone/>
            </a:pPr>
            <a:r>
              <a:t/>
            </a:r>
            <a:endParaRPr/>
          </a:p>
          <a:p>
            <a:pPr indent="0" lvl="0" marL="0" rtl="0" algn="l">
              <a:spcBef>
                <a:spcPts val="1000"/>
              </a:spcBef>
              <a:spcAft>
                <a:spcPts val="0"/>
              </a:spcAft>
              <a:buSzPts val="16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53"/>
          <p:cNvSpPr/>
          <p:nvPr/>
        </p:nvSpPr>
        <p:spPr>
          <a:xfrm flipH="1">
            <a:off x="493475" y="4357035"/>
            <a:ext cx="8094600" cy="574200"/>
          </a:xfrm>
          <a:prstGeom prst="snip1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499" name="Google Shape;499;p53"/>
          <p:cNvSpPr/>
          <p:nvPr/>
        </p:nvSpPr>
        <p:spPr>
          <a:xfrm flipH="1">
            <a:off x="493475" y="3782921"/>
            <a:ext cx="8094600" cy="574200"/>
          </a:xfrm>
          <a:prstGeom prst="snip1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00" name="Google Shape;500;p53"/>
          <p:cNvSpPr/>
          <p:nvPr/>
        </p:nvSpPr>
        <p:spPr>
          <a:xfrm flipH="1">
            <a:off x="493474" y="3208390"/>
            <a:ext cx="8094600" cy="574200"/>
          </a:xfrm>
          <a:prstGeom prst="snip1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01" name="Google Shape;501;p53"/>
          <p:cNvSpPr/>
          <p:nvPr/>
        </p:nvSpPr>
        <p:spPr>
          <a:xfrm flipH="1">
            <a:off x="493475" y="2647496"/>
            <a:ext cx="8094600" cy="574200"/>
          </a:xfrm>
          <a:prstGeom prst="snip1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02" name="Google Shape;502;p53"/>
          <p:cNvSpPr/>
          <p:nvPr/>
        </p:nvSpPr>
        <p:spPr>
          <a:xfrm flipH="1">
            <a:off x="493474" y="2072965"/>
            <a:ext cx="8094600" cy="574200"/>
          </a:xfrm>
          <a:prstGeom prst="snip1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03" name="Google Shape;503;p53"/>
          <p:cNvSpPr txBox="1"/>
          <p:nvPr>
            <p:ph idx="1" type="subTitle"/>
          </p:nvPr>
        </p:nvSpPr>
        <p:spPr>
          <a:xfrm>
            <a:off x="446900" y="397650"/>
            <a:ext cx="5344500" cy="5745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1700"/>
              <a:buNone/>
            </a:pPr>
            <a:r>
              <a:rPr lang="en"/>
              <a:t>Today’s</a:t>
            </a:r>
            <a:endParaRPr/>
          </a:p>
        </p:txBody>
      </p:sp>
      <p:sp>
        <p:nvSpPr>
          <p:cNvPr id="504" name="Google Shape;504;p53"/>
          <p:cNvSpPr txBox="1"/>
          <p:nvPr>
            <p:ph type="title"/>
          </p:nvPr>
        </p:nvSpPr>
        <p:spPr>
          <a:xfrm>
            <a:off x="439550" y="765750"/>
            <a:ext cx="5045700" cy="1039800"/>
          </a:xfrm>
          <a:prstGeom prst="rect">
            <a:avLst/>
          </a:prstGeom>
        </p:spPr>
        <p:txBody>
          <a:bodyPr anchorCtr="0" anchor="t" bIns="0" lIns="0" spcFirstLastPara="1" rIns="91425" wrap="square" tIns="0">
            <a:noAutofit/>
          </a:bodyPr>
          <a:lstStyle/>
          <a:p>
            <a:pPr indent="0" lvl="0" marL="0" rtl="0" algn="l">
              <a:lnSpc>
                <a:spcPct val="90000"/>
              </a:lnSpc>
              <a:spcBef>
                <a:spcPts val="0"/>
              </a:spcBef>
              <a:spcAft>
                <a:spcPts val="0"/>
              </a:spcAft>
              <a:buSzPts val="3000"/>
              <a:buNone/>
            </a:pPr>
            <a:r>
              <a:rPr lang="en"/>
              <a:t>Schedule</a:t>
            </a:r>
            <a:endParaRPr/>
          </a:p>
          <a:p>
            <a:pPr indent="0" lvl="0" marL="0" rtl="0" algn="l">
              <a:spcBef>
                <a:spcPts val="0"/>
              </a:spcBef>
              <a:spcAft>
                <a:spcPts val="0"/>
              </a:spcAft>
              <a:buSzPts val="3000"/>
              <a:buNone/>
            </a:pPr>
            <a:r>
              <a:t/>
            </a:r>
            <a:endParaRPr/>
          </a:p>
          <a:p>
            <a:pPr indent="0" lvl="0" marL="0" rtl="0" algn="l">
              <a:spcBef>
                <a:spcPts val="0"/>
              </a:spcBef>
              <a:spcAft>
                <a:spcPts val="0"/>
              </a:spcAft>
              <a:buSzPts val="3000"/>
              <a:buNone/>
            </a:pPr>
            <a:r>
              <a:t/>
            </a:r>
            <a:endParaRPr/>
          </a:p>
        </p:txBody>
      </p:sp>
      <p:sp>
        <p:nvSpPr>
          <p:cNvPr id="505" name="Google Shape;505;p53"/>
          <p:cNvSpPr txBox="1"/>
          <p:nvPr>
            <p:ph idx="2" type="subTitle"/>
          </p:nvPr>
        </p:nvSpPr>
        <p:spPr>
          <a:xfrm>
            <a:off x="705575" y="2175704"/>
            <a:ext cx="1236900" cy="391500"/>
          </a:xfrm>
          <a:prstGeom prst="rect">
            <a:avLst/>
          </a:prstGeom>
        </p:spPr>
        <p:txBody>
          <a:bodyPr anchorCtr="0" anchor="ctr" bIns="0" lIns="0" spcFirstLastPara="1" rIns="91425" wrap="square" tIns="0">
            <a:noAutofit/>
          </a:bodyPr>
          <a:lstStyle/>
          <a:p>
            <a:pPr indent="0" lvl="0" marL="0" rtl="0" algn="l">
              <a:lnSpc>
                <a:spcPct val="100000"/>
              </a:lnSpc>
              <a:spcBef>
                <a:spcPts val="0"/>
              </a:spcBef>
              <a:spcAft>
                <a:spcPts val="0"/>
              </a:spcAft>
              <a:buClr>
                <a:schemeClr val="dk1"/>
              </a:buClr>
              <a:buSzPts val="1000"/>
              <a:buFont typeface="Arial"/>
              <a:buNone/>
            </a:pPr>
            <a:r>
              <a:rPr lang="en" sz="1000"/>
              <a:t>8:30am-2:30pm</a:t>
            </a:r>
            <a:endParaRPr sz="1000"/>
          </a:p>
        </p:txBody>
      </p:sp>
      <p:sp>
        <p:nvSpPr>
          <p:cNvPr id="506" name="Google Shape;506;p53"/>
          <p:cNvSpPr txBox="1"/>
          <p:nvPr>
            <p:ph idx="3" type="subTitle"/>
          </p:nvPr>
        </p:nvSpPr>
        <p:spPr>
          <a:xfrm>
            <a:off x="705575" y="2736304"/>
            <a:ext cx="1236900" cy="391500"/>
          </a:xfrm>
          <a:prstGeom prst="rect">
            <a:avLst/>
          </a:prstGeom>
        </p:spPr>
        <p:txBody>
          <a:bodyPr anchorCtr="0" anchor="ctr" bIns="0" lIns="0" spcFirstLastPara="1" rIns="91425" wrap="square" tIns="0">
            <a:noAutofit/>
          </a:bodyPr>
          <a:lstStyle/>
          <a:p>
            <a:pPr indent="0" lvl="0" marL="0" rtl="0" algn="l">
              <a:lnSpc>
                <a:spcPct val="100000"/>
              </a:lnSpc>
              <a:spcBef>
                <a:spcPts val="0"/>
              </a:spcBef>
              <a:spcAft>
                <a:spcPts val="0"/>
              </a:spcAft>
              <a:buClr>
                <a:schemeClr val="dk1"/>
              </a:buClr>
              <a:buSzPts val="1000"/>
              <a:buFont typeface="Arial"/>
              <a:buNone/>
            </a:pPr>
            <a:r>
              <a:rPr lang="en" sz="1000"/>
              <a:t>2:30pm-3:30pm</a:t>
            </a:r>
            <a:endParaRPr sz="1000"/>
          </a:p>
        </p:txBody>
      </p:sp>
      <p:sp>
        <p:nvSpPr>
          <p:cNvPr id="507" name="Google Shape;507;p53"/>
          <p:cNvSpPr txBox="1"/>
          <p:nvPr>
            <p:ph idx="4" type="subTitle"/>
          </p:nvPr>
        </p:nvSpPr>
        <p:spPr>
          <a:xfrm>
            <a:off x="705575" y="3306567"/>
            <a:ext cx="1236900" cy="391500"/>
          </a:xfrm>
          <a:prstGeom prst="rect">
            <a:avLst/>
          </a:prstGeom>
        </p:spPr>
        <p:txBody>
          <a:bodyPr anchorCtr="0" anchor="ctr" bIns="0" lIns="0" spcFirstLastPara="1" rIns="91425" wrap="square" tIns="0">
            <a:noAutofit/>
          </a:bodyPr>
          <a:lstStyle/>
          <a:p>
            <a:pPr indent="0" lvl="0" marL="0" rtl="0" algn="l">
              <a:lnSpc>
                <a:spcPct val="100000"/>
              </a:lnSpc>
              <a:spcBef>
                <a:spcPts val="0"/>
              </a:spcBef>
              <a:spcAft>
                <a:spcPts val="0"/>
              </a:spcAft>
              <a:buClr>
                <a:schemeClr val="dk1"/>
              </a:buClr>
              <a:buSzPts val="1000"/>
              <a:buFont typeface="Arial"/>
              <a:buNone/>
            </a:pPr>
            <a:r>
              <a:rPr lang="en" sz="1000"/>
              <a:t>3:30pm-4:30pm</a:t>
            </a:r>
            <a:endParaRPr sz="1000"/>
          </a:p>
        </p:txBody>
      </p:sp>
      <p:sp>
        <p:nvSpPr>
          <p:cNvPr id="508" name="Google Shape;508;p53"/>
          <p:cNvSpPr txBox="1"/>
          <p:nvPr>
            <p:ph idx="5" type="subTitle"/>
          </p:nvPr>
        </p:nvSpPr>
        <p:spPr>
          <a:xfrm>
            <a:off x="705575" y="3880329"/>
            <a:ext cx="1236900" cy="391500"/>
          </a:xfrm>
          <a:prstGeom prst="rect">
            <a:avLst/>
          </a:prstGeom>
        </p:spPr>
        <p:txBody>
          <a:bodyPr anchorCtr="0" anchor="ctr" bIns="0" lIns="0" spcFirstLastPara="1" rIns="91425" wrap="square" tIns="0">
            <a:noAutofit/>
          </a:bodyPr>
          <a:lstStyle/>
          <a:p>
            <a:pPr indent="0" lvl="0" marL="0" rtl="0" algn="l">
              <a:lnSpc>
                <a:spcPct val="100000"/>
              </a:lnSpc>
              <a:spcBef>
                <a:spcPts val="0"/>
              </a:spcBef>
              <a:spcAft>
                <a:spcPts val="0"/>
              </a:spcAft>
              <a:buClr>
                <a:schemeClr val="dk1"/>
              </a:buClr>
              <a:buSzPts val="1000"/>
              <a:buFont typeface="Arial"/>
              <a:buNone/>
            </a:pPr>
            <a:r>
              <a:rPr lang="en" sz="1000"/>
              <a:t>4:50pm</a:t>
            </a:r>
            <a:endParaRPr sz="1000"/>
          </a:p>
        </p:txBody>
      </p:sp>
      <p:sp>
        <p:nvSpPr>
          <p:cNvPr id="509" name="Google Shape;509;p53"/>
          <p:cNvSpPr txBox="1"/>
          <p:nvPr>
            <p:ph idx="6" type="subTitle"/>
          </p:nvPr>
        </p:nvSpPr>
        <p:spPr>
          <a:xfrm>
            <a:off x="705575" y="4441979"/>
            <a:ext cx="1236900" cy="391500"/>
          </a:xfrm>
          <a:prstGeom prst="rect">
            <a:avLst/>
          </a:prstGeom>
        </p:spPr>
        <p:txBody>
          <a:bodyPr anchorCtr="0" anchor="ctr" bIns="0" lIns="0" spcFirstLastPara="1" rIns="91425" wrap="square" tIns="0">
            <a:noAutofit/>
          </a:bodyPr>
          <a:lstStyle/>
          <a:p>
            <a:pPr indent="0" lvl="0" marL="0" rtl="0" algn="l">
              <a:lnSpc>
                <a:spcPct val="100000"/>
              </a:lnSpc>
              <a:spcBef>
                <a:spcPts val="0"/>
              </a:spcBef>
              <a:spcAft>
                <a:spcPts val="0"/>
              </a:spcAft>
              <a:buClr>
                <a:schemeClr val="dk1"/>
              </a:buClr>
              <a:buSzPts val="1000"/>
              <a:buFont typeface="Arial"/>
              <a:buNone/>
            </a:pPr>
            <a:r>
              <a:rPr lang="en" sz="1000"/>
              <a:t>5:10pm</a:t>
            </a:r>
            <a:endParaRPr sz="1000"/>
          </a:p>
        </p:txBody>
      </p:sp>
      <p:sp>
        <p:nvSpPr>
          <p:cNvPr id="510" name="Google Shape;510;p53"/>
          <p:cNvSpPr txBox="1"/>
          <p:nvPr>
            <p:ph idx="7" type="body"/>
          </p:nvPr>
        </p:nvSpPr>
        <p:spPr>
          <a:xfrm>
            <a:off x="5843600" y="4422404"/>
            <a:ext cx="2477100" cy="410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900"/>
              <a:buFont typeface="Arial"/>
              <a:buNone/>
            </a:pPr>
            <a:r>
              <a:rPr lang="en" sz="900"/>
              <a:t>Winner is announced and feedback is given.</a:t>
            </a:r>
            <a:endParaRPr sz="900"/>
          </a:p>
        </p:txBody>
      </p:sp>
      <p:sp>
        <p:nvSpPr>
          <p:cNvPr id="511" name="Google Shape;511;p53"/>
          <p:cNvSpPr txBox="1"/>
          <p:nvPr>
            <p:ph idx="8" type="body"/>
          </p:nvPr>
        </p:nvSpPr>
        <p:spPr>
          <a:xfrm>
            <a:off x="5843600" y="3875779"/>
            <a:ext cx="2477100" cy="410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900"/>
              <a:buFont typeface="Arial"/>
              <a:buNone/>
            </a:pPr>
            <a:r>
              <a:rPr lang="en" sz="900"/>
              <a:t>The judges will be discussing during this time.</a:t>
            </a:r>
            <a:endParaRPr sz="900"/>
          </a:p>
        </p:txBody>
      </p:sp>
      <p:sp>
        <p:nvSpPr>
          <p:cNvPr id="512" name="Google Shape;512;p53"/>
          <p:cNvSpPr txBox="1"/>
          <p:nvPr>
            <p:ph idx="9" type="body"/>
          </p:nvPr>
        </p:nvSpPr>
        <p:spPr>
          <a:xfrm>
            <a:off x="5843600" y="3297267"/>
            <a:ext cx="2477100" cy="410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900"/>
              <a:buFont typeface="Arial"/>
              <a:buNone/>
            </a:pPr>
            <a:r>
              <a:rPr lang="en" sz="900"/>
              <a:t>Each team gets 10 minutes to present, </a:t>
            </a:r>
            <a:r>
              <a:rPr lang="en" sz="900"/>
              <a:t>followed</a:t>
            </a:r>
            <a:r>
              <a:rPr lang="en" sz="900"/>
              <a:t> by a 5 minute question period from the judges.</a:t>
            </a:r>
            <a:endParaRPr sz="900"/>
          </a:p>
        </p:txBody>
      </p:sp>
      <p:sp>
        <p:nvSpPr>
          <p:cNvPr id="513" name="Google Shape;513;p53"/>
          <p:cNvSpPr txBox="1"/>
          <p:nvPr>
            <p:ph idx="13" type="body"/>
          </p:nvPr>
        </p:nvSpPr>
        <p:spPr>
          <a:xfrm>
            <a:off x="5843600" y="2736454"/>
            <a:ext cx="2477100" cy="410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900"/>
              <a:buFont typeface="Arial"/>
              <a:buNone/>
            </a:pPr>
            <a:r>
              <a:rPr lang="en" sz="900"/>
              <a:t>An hour-long break for competitors before presentations.</a:t>
            </a:r>
            <a:endParaRPr sz="900"/>
          </a:p>
        </p:txBody>
      </p:sp>
      <p:sp>
        <p:nvSpPr>
          <p:cNvPr id="514" name="Google Shape;514;p53"/>
          <p:cNvSpPr txBox="1"/>
          <p:nvPr>
            <p:ph idx="14" type="title"/>
          </p:nvPr>
        </p:nvSpPr>
        <p:spPr>
          <a:xfrm>
            <a:off x="523500" y="1663767"/>
            <a:ext cx="1419000" cy="3387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r>
              <a:rPr lang="en"/>
              <a:t>Times</a:t>
            </a:r>
            <a:endParaRPr/>
          </a:p>
        </p:txBody>
      </p:sp>
      <p:sp>
        <p:nvSpPr>
          <p:cNvPr id="515" name="Google Shape;515;p53"/>
          <p:cNvSpPr txBox="1"/>
          <p:nvPr>
            <p:ph idx="16" type="title"/>
          </p:nvPr>
        </p:nvSpPr>
        <p:spPr>
          <a:xfrm>
            <a:off x="3932100" y="1663767"/>
            <a:ext cx="1419000" cy="3387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r>
              <a:rPr lang="en"/>
              <a:t>Channels</a:t>
            </a:r>
            <a:endParaRPr/>
          </a:p>
        </p:txBody>
      </p:sp>
      <p:sp>
        <p:nvSpPr>
          <p:cNvPr id="516" name="Google Shape;516;p53"/>
          <p:cNvSpPr txBox="1"/>
          <p:nvPr>
            <p:ph idx="17" type="title"/>
          </p:nvPr>
        </p:nvSpPr>
        <p:spPr>
          <a:xfrm>
            <a:off x="5845325" y="1663767"/>
            <a:ext cx="1419000" cy="3387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r>
              <a:rPr lang="en"/>
              <a:t>Description</a:t>
            </a:r>
            <a:endParaRPr/>
          </a:p>
        </p:txBody>
      </p:sp>
      <p:sp>
        <p:nvSpPr>
          <p:cNvPr id="517" name="Google Shape;517;p53"/>
          <p:cNvSpPr txBox="1"/>
          <p:nvPr>
            <p:ph idx="18" type="body"/>
          </p:nvPr>
        </p:nvSpPr>
        <p:spPr>
          <a:xfrm>
            <a:off x="3930375" y="4422406"/>
            <a:ext cx="1753800" cy="410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900"/>
              <a:buFont typeface="Arial"/>
              <a:buNone/>
            </a:pPr>
            <a:r>
              <a:rPr lang="en" sz="900"/>
              <a:t>Finale</a:t>
            </a:r>
            <a:endParaRPr sz="900"/>
          </a:p>
        </p:txBody>
      </p:sp>
      <p:sp>
        <p:nvSpPr>
          <p:cNvPr id="518" name="Google Shape;518;p53"/>
          <p:cNvSpPr txBox="1"/>
          <p:nvPr>
            <p:ph idx="19" type="body"/>
          </p:nvPr>
        </p:nvSpPr>
        <p:spPr>
          <a:xfrm>
            <a:off x="3930375" y="3875784"/>
            <a:ext cx="1753800" cy="410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900"/>
              <a:buFont typeface="Arial"/>
              <a:buNone/>
            </a:pPr>
            <a:r>
              <a:rPr lang="en" sz="900"/>
              <a:t>Deliberations</a:t>
            </a:r>
            <a:endParaRPr sz="900"/>
          </a:p>
        </p:txBody>
      </p:sp>
      <p:sp>
        <p:nvSpPr>
          <p:cNvPr id="519" name="Google Shape;519;p53"/>
          <p:cNvSpPr txBox="1"/>
          <p:nvPr>
            <p:ph idx="20" type="body"/>
          </p:nvPr>
        </p:nvSpPr>
        <p:spPr>
          <a:xfrm>
            <a:off x="3930375" y="3297274"/>
            <a:ext cx="1753800" cy="410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900"/>
              <a:buFont typeface="Arial"/>
              <a:buNone/>
            </a:pPr>
            <a:r>
              <a:rPr lang="en" sz="900"/>
              <a:t>Presentations</a:t>
            </a:r>
            <a:endParaRPr sz="900"/>
          </a:p>
        </p:txBody>
      </p:sp>
      <p:sp>
        <p:nvSpPr>
          <p:cNvPr id="520" name="Google Shape;520;p53"/>
          <p:cNvSpPr txBox="1"/>
          <p:nvPr>
            <p:ph idx="21" type="body"/>
          </p:nvPr>
        </p:nvSpPr>
        <p:spPr>
          <a:xfrm>
            <a:off x="3930375" y="2736464"/>
            <a:ext cx="1753800" cy="410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900"/>
              <a:buFont typeface="Arial"/>
              <a:buNone/>
            </a:pPr>
            <a:r>
              <a:rPr lang="en" sz="900"/>
              <a:t>Break</a:t>
            </a:r>
            <a:endParaRPr sz="900"/>
          </a:p>
        </p:txBody>
      </p:sp>
      <p:sp>
        <p:nvSpPr>
          <p:cNvPr id="521" name="Google Shape;521;p53"/>
          <p:cNvSpPr txBox="1"/>
          <p:nvPr>
            <p:ph idx="26" type="body"/>
          </p:nvPr>
        </p:nvSpPr>
        <p:spPr>
          <a:xfrm>
            <a:off x="5843600" y="2175892"/>
            <a:ext cx="2477100" cy="410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900"/>
              <a:buFont typeface="Arial"/>
              <a:buNone/>
            </a:pPr>
            <a:r>
              <a:rPr lang="en" sz="900"/>
              <a:t>Solutions</a:t>
            </a:r>
            <a:r>
              <a:rPr lang="en" sz="900"/>
              <a:t> and presentations must be submitted before this period ends.</a:t>
            </a:r>
            <a:endParaRPr sz="900"/>
          </a:p>
        </p:txBody>
      </p:sp>
      <p:sp>
        <p:nvSpPr>
          <p:cNvPr id="522" name="Google Shape;522;p53"/>
          <p:cNvSpPr txBox="1"/>
          <p:nvPr>
            <p:ph idx="27" type="body"/>
          </p:nvPr>
        </p:nvSpPr>
        <p:spPr>
          <a:xfrm>
            <a:off x="3930375" y="2175904"/>
            <a:ext cx="1753800" cy="410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900"/>
              <a:buFont typeface="Arial"/>
              <a:buNone/>
            </a:pPr>
            <a:r>
              <a:rPr lang="en" sz="900"/>
              <a:t>Work period</a:t>
            </a:r>
            <a:endParaRPr sz="9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54"/>
          <p:cNvSpPr/>
          <p:nvPr/>
        </p:nvSpPr>
        <p:spPr>
          <a:xfrm>
            <a:off x="4858183" y="2544470"/>
            <a:ext cx="3354000" cy="1037700"/>
          </a:xfrm>
          <a:prstGeom prst="snip1Rect">
            <a:avLst>
              <a:gd fmla="val 24462"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28" name="Google Shape;528;p54"/>
          <p:cNvSpPr/>
          <p:nvPr/>
        </p:nvSpPr>
        <p:spPr>
          <a:xfrm>
            <a:off x="4858183" y="3582046"/>
            <a:ext cx="3354000" cy="1037700"/>
          </a:xfrm>
          <a:prstGeom prst="snip1Rect">
            <a:avLst>
              <a:gd fmla="val 24462"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29" name="Google Shape;529;p54"/>
          <p:cNvSpPr/>
          <p:nvPr/>
        </p:nvSpPr>
        <p:spPr>
          <a:xfrm>
            <a:off x="4858183" y="1506895"/>
            <a:ext cx="3354000" cy="1037700"/>
          </a:xfrm>
          <a:prstGeom prst="snip1Rect">
            <a:avLst>
              <a:gd fmla="val 24462"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000">
              <a:solidFill>
                <a:schemeClr val="lt1"/>
              </a:solidFill>
              <a:latin typeface="Quantico"/>
              <a:ea typeface="Quantico"/>
              <a:cs typeface="Quantico"/>
              <a:sym typeface="Quantico"/>
            </a:endParaRPr>
          </a:p>
        </p:txBody>
      </p:sp>
      <p:sp>
        <p:nvSpPr>
          <p:cNvPr id="530" name="Google Shape;530;p54"/>
          <p:cNvSpPr/>
          <p:nvPr/>
        </p:nvSpPr>
        <p:spPr>
          <a:xfrm>
            <a:off x="4858183" y="474675"/>
            <a:ext cx="3354000" cy="1037700"/>
          </a:xfrm>
          <a:prstGeom prst="snip1Rect">
            <a:avLst>
              <a:gd fmla="val 24462"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31" name="Google Shape;531;p54"/>
          <p:cNvSpPr txBox="1"/>
          <p:nvPr>
            <p:ph type="title"/>
          </p:nvPr>
        </p:nvSpPr>
        <p:spPr>
          <a:xfrm>
            <a:off x="409625" y="401500"/>
            <a:ext cx="4011600" cy="437100"/>
          </a:xfrm>
          <a:prstGeom prst="rect">
            <a:avLst/>
          </a:prstGeom>
        </p:spPr>
        <p:txBody>
          <a:bodyPr anchorCtr="0" anchor="t" bIns="0" lIns="0" spcFirstLastPara="1" rIns="91425" wrap="square" tIns="0">
            <a:noAutofit/>
          </a:bodyPr>
          <a:lstStyle/>
          <a:p>
            <a:pPr indent="0" lvl="0" marL="0" rtl="0" algn="l">
              <a:lnSpc>
                <a:spcPct val="90000"/>
              </a:lnSpc>
              <a:spcBef>
                <a:spcPts val="0"/>
              </a:spcBef>
              <a:spcAft>
                <a:spcPts val="0"/>
              </a:spcAft>
              <a:buSzPts val="3000"/>
              <a:buNone/>
            </a:pPr>
            <a:r>
              <a:rPr lang="en">
                <a:solidFill>
                  <a:schemeClr val="lt1"/>
                </a:solidFill>
              </a:rPr>
              <a:t>Room allocations</a:t>
            </a:r>
            <a:endParaRPr>
              <a:solidFill>
                <a:schemeClr val="lt1"/>
              </a:solidFill>
            </a:endParaRPr>
          </a:p>
        </p:txBody>
      </p:sp>
      <p:sp>
        <p:nvSpPr>
          <p:cNvPr id="532" name="Google Shape;532;p54"/>
          <p:cNvSpPr txBox="1"/>
          <p:nvPr>
            <p:ph idx="2" type="title"/>
          </p:nvPr>
        </p:nvSpPr>
        <p:spPr>
          <a:xfrm>
            <a:off x="420000" y="860450"/>
            <a:ext cx="3511200" cy="10911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3400"/>
              <a:buNone/>
            </a:pPr>
            <a:r>
              <a:rPr lang="en">
                <a:solidFill>
                  <a:schemeClr val="lt1"/>
                </a:solidFill>
              </a:rPr>
              <a:t>(The director (me) and the judges will be in E2-105. If I’m not there, you can call or text or email.)</a:t>
            </a:r>
            <a:endParaRPr>
              <a:solidFill>
                <a:schemeClr val="lt1"/>
              </a:solidFill>
            </a:endParaRPr>
          </a:p>
        </p:txBody>
      </p:sp>
      <p:sp>
        <p:nvSpPr>
          <p:cNvPr descr="Upcoming milestone description" id="533" name="Google Shape;533;p54"/>
          <p:cNvSpPr txBox="1"/>
          <p:nvPr>
            <p:ph idx="8" type="title"/>
          </p:nvPr>
        </p:nvSpPr>
        <p:spPr>
          <a:xfrm>
            <a:off x="5128700" y="838600"/>
            <a:ext cx="2026500" cy="3858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3000"/>
              <a:buNone/>
            </a:pPr>
            <a:r>
              <a:rPr lang="en"/>
              <a:t>PleaseCompile</a:t>
            </a:r>
            <a:endParaRPr/>
          </a:p>
        </p:txBody>
      </p:sp>
      <p:sp>
        <p:nvSpPr>
          <p:cNvPr descr="Upcoming milestone description" id="534" name="Google Shape;534;p54"/>
          <p:cNvSpPr txBox="1"/>
          <p:nvPr>
            <p:ph idx="6" type="title"/>
          </p:nvPr>
        </p:nvSpPr>
        <p:spPr>
          <a:xfrm>
            <a:off x="5128700" y="1824225"/>
            <a:ext cx="2026500" cy="3858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3000"/>
              <a:buNone/>
            </a:pPr>
            <a:r>
              <a:rPr lang="en"/>
              <a:t>Can't think of name</a:t>
            </a:r>
            <a:endParaRPr/>
          </a:p>
        </p:txBody>
      </p:sp>
      <p:sp>
        <p:nvSpPr>
          <p:cNvPr descr="Upcoming milestone description" id="535" name="Google Shape;535;p54"/>
          <p:cNvSpPr txBox="1"/>
          <p:nvPr>
            <p:ph idx="3" type="title"/>
          </p:nvPr>
        </p:nvSpPr>
        <p:spPr>
          <a:xfrm>
            <a:off x="5128700" y="3907996"/>
            <a:ext cx="2026500" cy="3858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3000"/>
              <a:buNone/>
            </a:pPr>
            <a:r>
              <a:rPr lang="en"/>
              <a:t>Merge Conflicts</a:t>
            </a:r>
            <a:endParaRPr/>
          </a:p>
        </p:txBody>
      </p:sp>
      <p:sp>
        <p:nvSpPr>
          <p:cNvPr descr="Date of Upcoming milestone" id="536" name="Google Shape;536;p54"/>
          <p:cNvSpPr txBox="1"/>
          <p:nvPr>
            <p:ph idx="1" type="subTitle"/>
          </p:nvPr>
        </p:nvSpPr>
        <p:spPr>
          <a:xfrm>
            <a:off x="7258100" y="3907996"/>
            <a:ext cx="811500" cy="385800"/>
          </a:xfrm>
          <a:prstGeom prst="rect">
            <a:avLst/>
          </a:prstGeom>
        </p:spPr>
        <p:txBody>
          <a:bodyPr anchorCtr="0" anchor="ctr" bIns="0" lIns="0" spcFirstLastPara="1" rIns="91425" wrap="square" tIns="0">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lt1"/>
                </a:solidFill>
              </a:rPr>
              <a:t>E2-150</a:t>
            </a:r>
            <a:endParaRPr/>
          </a:p>
        </p:txBody>
      </p:sp>
      <p:sp>
        <p:nvSpPr>
          <p:cNvPr id="537" name="Google Shape;537;p54"/>
          <p:cNvSpPr txBox="1"/>
          <p:nvPr>
            <p:ph idx="4" type="title"/>
          </p:nvPr>
        </p:nvSpPr>
        <p:spPr>
          <a:xfrm>
            <a:off x="5128700" y="2854375"/>
            <a:ext cx="2026500" cy="3858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Clr>
                <a:schemeClr val="dk1"/>
              </a:buClr>
              <a:buSzPts val="1100"/>
              <a:buFont typeface="Arial"/>
              <a:buNone/>
            </a:pPr>
            <a:r>
              <a:rPr lang="en"/>
              <a:t>Bison Algorithms</a:t>
            </a:r>
            <a:endParaRPr/>
          </a:p>
        </p:txBody>
      </p:sp>
      <p:sp>
        <p:nvSpPr>
          <p:cNvPr id="538" name="Google Shape;538;p54"/>
          <p:cNvSpPr txBox="1"/>
          <p:nvPr>
            <p:ph idx="5" type="subTitle"/>
          </p:nvPr>
        </p:nvSpPr>
        <p:spPr>
          <a:xfrm>
            <a:off x="7258100" y="2854375"/>
            <a:ext cx="811500" cy="385800"/>
          </a:xfrm>
          <a:prstGeom prst="rect">
            <a:avLst/>
          </a:prstGeom>
        </p:spPr>
        <p:txBody>
          <a:bodyPr anchorCtr="0" anchor="ctr" bIns="0" lIns="0" spcFirstLastPara="1" rIns="91425" wrap="square" tIns="0">
            <a:noAutofit/>
          </a:bodyPr>
          <a:lstStyle/>
          <a:p>
            <a:pPr indent="0" lvl="0" marL="0" marR="0" rtl="0" algn="l">
              <a:lnSpc>
                <a:spcPct val="115000"/>
              </a:lnSpc>
              <a:spcBef>
                <a:spcPts val="0"/>
              </a:spcBef>
              <a:spcAft>
                <a:spcPts val="0"/>
              </a:spcAft>
              <a:buSzPts val="1000"/>
              <a:buNone/>
            </a:pPr>
            <a:r>
              <a:rPr b="1" lang="en">
                <a:solidFill>
                  <a:schemeClr val="lt1"/>
                </a:solidFill>
              </a:rPr>
              <a:t>E2-130</a:t>
            </a:r>
            <a:endParaRPr/>
          </a:p>
        </p:txBody>
      </p:sp>
      <p:sp>
        <p:nvSpPr>
          <p:cNvPr id="539" name="Google Shape;539;p54"/>
          <p:cNvSpPr txBox="1"/>
          <p:nvPr>
            <p:ph idx="7" type="subTitle"/>
          </p:nvPr>
        </p:nvSpPr>
        <p:spPr>
          <a:xfrm>
            <a:off x="7258100" y="1824225"/>
            <a:ext cx="811500" cy="385800"/>
          </a:xfrm>
          <a:prstGeom prst="rect">
            <a:avLst/>
          </a:prstGeom>
        </p:spPr>
        <p:txBody>
          <a:bodyPr anchorCtr="0" anchor="ctr" bIns="0" lIns="0" spcFirstLastPara="1" rIns="91425" wrap="square" tIns="0">
            <a:noAutofit/>
          </a:bodyPr>
          <a:lstStyle/>
          <a:p>
            <a:pPr indent="0" lvl="0" marL="0" marR="0" rtl="0" algn="l">
              <a:lnSpc>
                <a:spcPct val="115000"/>
              </a:lnSpc>
              <a:spcBef>
                <a:spcPts val="0"/>
              </a:spcBef>
              <a:spcAft>
                <a:spcPts val="0"/>
              </a:spcAft>
              <a:buSzPts val="1000"/>
              <a:buNone/>
            </a:pPr>
            <a:r>
              <a:rPr b="1" lang="en">
                <a:solidFill>
                  <a:schemeClr val="lt1"/>
                </a:solidFill>
              </a:rPr>
              <a:t>E2-</a:t>
            </a:r>
            <a:r>
              <a:rPr b="1" lang="en">
                <a:solidFill>
                  <a:schemeClr val="lt1"/>
                </a:solidFill>
              </a:rPr>
              <a:t>125</a:t>
            </a:r>
            <a:endParaRPr b="1">
              <a:solidFill>
                <a:schemeClr val="lt1"/>
              </a:solidFill>
            </a:endParaRPr>
          </a:p>
        </p:txBody>
      </p:sp>
      <p:sp>
        <p:nvSpPr>
          <p:cNvPr id="540" name="Google Shape;540;p54"/>
          <p:cNvSpPr txBox="1"/>
          <p:nvPr>
            <p:ph idx="9" type="subTitle"/>
          </p:nvPr>
        </p:nvSpPr>
        <p:spPr>
          <a:xfrm>
            <a:off x="7258100" y="838600"/>
            <a:ext cx="811500" cy="385800"/>
          </a:xfrm>
          <a:prstGeom prst="rect">
            <a:avLst/>
          </a:prstGeom>
        </p:spPr>
        <p:txBody>
          <a:bodyPr anchorCtr="0" anchor="ctr" bIns="0" lIns="0" spcFirstLastPara="1" rIns="91425" wrap="square" tIns="0">
            <a:noAutofit/>
          </a:bodyPr>
          <a:lstStyle/>
          <a:p>
            <a:pPr indent="0" lvl="0" marL="0" rtl="0" algn="l">
              <a:lnSpc>
                <a:spcPct val="115000"/>
              </a:lnSpc>
              <a:spcBef>
                <a:spcPts val="0"/>
              </a:spcBef>
              <a:spcAft>
                <a:spcPts val="0"/>
              </a:spcAft>
              <a:buSzPts val="1000"/>
              <a:buNone/>
            </a:pPr>
            <a:r>
              <a:rPr b="1" lang="en">
                <a:solidFill>
                  <a:schemeClr val="lt1"/>
                </a:solidFill>
              </a:rPr>
              <a:t>E2-110</a:t>
            </a:r>
            <a:endParaRPr b="1">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55"/>
          <p:cNvSpPr txBox="1"/>
          <p:nvPr>
            <p:ph type="title"/>
          </p:nvPr>
        </p:nvSpPr>
        <p:spPr>
          <a:xfrm>
            <a:off x="920550" y="904500"/>
            <a:ext cx="7226700" cy="9087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3000"/>
              <a:buNone/>
            </a:pPr>
            <a:r>
              <a:rPr lang="en"/>
              <a:t>Need more information? </a:t>
            </a:r>
            <a:r>
              <a:rPr lang="en" sz="2000"/>
              <a:t>(probably)</a:t>
            </a:r>
            <a:endParaRPr sz="2000"/>
          </a:p>
          <a:p>
            <a:pPr indent="0" lvl="0" marL="0" rtl="0" algn="l">
              <a:spcBef>
                <a:spcPts val="0"/>
              </a:spcBef>
              <a:spcAft>
                <a:spcPts val="0"/>
              </a:spcAft>
              <a:buSzPts val="3000"/>
              <a:buNone/>
            </a:pPr>
            <a:r>
              <a:t/>
            </a:r>
            <a:endParaRPr/>
          </a:p>
        </p:txBody>
      </p:sp>
      <p:sp>
        <p:nvSpPr>
          <p:cNvPr id="546" name="Google Shape;546;p55"/>
          <p:cNvSpPr txBox="1"/>
          <p:nvPr>
            <p:ph idx="2" type="title"/>
          </p:nvPr>
        </p:nvSpPr>
        <p:spPr>
          <a:xfrm>
            <a:off x="920550" y="1881950"/>
            <a:ext cx="5228400" cy="1944000"/>
          </a:xfrm>
          <a:prstGeom prst="rect">
            <a:avLst/>
          </a:prstGeom>
        </p:spPr>
        <p:txBody>
          <a:bodyPr anchorCtr="0" anchor="t" bIns="0" lIns="0" spcFirstLastPara="1" rIns="91425" wrap="square" tIns="0">
            <a:noAutofit/>
          </a:bodyPr>
          <a:lstStyle/>
          <a:p>
            <a:pPr indent="0" lvl="0" marL="0" rtl="0" algn="l">
              <a:spcBef>
                <a:spcPts val="1000"/>
              </a:spcBef>
              <a:spcAft>
                <a:spcPts val="0"/>
              </a:spcAft>
              <a:buSzPts val="1600"/>
              <a:buNone/>
            </a:pPr>
            <a:r>
              <a:rPr lang="en"/>
              <a:t>A document has been sent to all the team captains with more details on the challenge.</a:t>
            </a:r>
            <a:endParaRPr/>
          </a:p>
          <a:p>
            <a:pPr indent="0" lvl="0" marL="0" rtl="0" algn="l">
              <a:spcBef>
                <a:spcPts val="1000"/>
              </a:spcBef>
              <a:spcAft>
                <a:spcPts val="0"/>
              </a:spcAft>
              <a:buSzPts val="1600"/>
              <a:buNone/>
            </a:pPr>
            <a:r>
              <a:rPr lang="en"/>
              <a:t>It includes the GitHub repository that contains some starter resources.</a:t>
            </a:r>
            <a:endParaRPr/>
          </a:p>
          <a:p>
            <a:pPr indent="-311150" lvl="0" marL="457200" rtl="0" algn="l">
              <a:spcBef>
                <a:spcPts val="1000"/>
              </a:spcBef>
              <a:spcAft>
                <a:spcPts val="0"/>
              </a:spcAft>
              <a:buSzPts val="1300"/>
              <a:buChar char="●"/>
            </a:pPr>
            <a:r>
              <a:rPr lang="en" sz="1300"/>
              <a:t>https://github.com/finona4/UMEC_Programming_2025</a:t>
            </a:r>
            <a:endParaRPr sz="13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56"/>
          <p:cNvSpPr txBox="1"/>
          <p:nvPr>
            <p:ph idx="2" type="title"/>
          </p:nvPr>
        </p:nvSpPr>
        <p:spPr>
          <a:xfrm>
            <a:off x="948750" y="930950"/>
            <a:ext cx="7311300" cy="315600"/>
          </a:xfrm>
          <a:prstGeom prst="rect">
            <a:avLst/>
          </a:prstGeom>
        </p:spPr>
        <p:txBody>
          <a:bodyPr anchorCtr="0" anchor="t" bIns="0" lIns="0" spcFirstLastPara="1" rIns="91425" wrap="square" tIns="0">
            <a:noAutofit/>
          </a:bodyPr>
          <a:lstStyle/>
          <a:p>
            <a:pPr indent="0" lvl="0" marL="0" rtl="0" algn="l">
              <a:lnSpc>
                <a:spcPct val="90000"/>
              </a:lnSpc>
              <a:spcBef>
                <a:spcPts val="0"/>
              </a:spcBef>
              <a:spcAft>
                <a:spcPts val="0"/>
              </a:spcAft>
              <a:buSzPts val="2400"/>
              <a:buNone/>
            </a:pPr>
            <a:r>
              <a:t/>
            </a:r>
            <a:endParaRPr/>
          </a:p>
          <a:p>
            <a:pPr indent="0" lvl="0" marL="0" rtl="0" algn="l">
              <a:lnSpc>
                <a:spcPct val="100000"/>
              </a:lnSpc>
              <a:spcBef>
                <a:spcPts val="0"/>
              </a:spcBef>
              <a:spcAft>
                <a:spcPts val="0"/>
              </a:spcAft>
              <a:buSzPts val="2400"/>
              <a:buNone/>
            </a:pPr>
            <a:r>
              <a:t/>
            </a:r>
            <a:endParaRPr sz="2200">
              <a:latin typeface="Lato"/>
              <a:ea typeface="Lato"/>
              <a:cs typeface="Lato"/>
              <a:sym typeface="Lato"/>
            </a:endParaRPr>
          </a:p>
          <a:p>
            <a:pPr indent="0" lvl="0" marL="0" rtl="0" algn="l">
              <a:spcBef>
                <a:spcPts val="0"/>
              </a:spcBef>
              <a:spcAft>
                <a:spcPts val="0"/>
              </a:spcAft>
              <a:buSzPts val="2400"/>
              <a:buNone/>
            </a:pPr>
            <a:r>
              <a:t/>
            </a:r>
            <a:endParaRPr sz="2200">
              <a:latin typeface="Lato"/>
              <a:ea typeface="Lato"/>
              <a:cs typeface="Lato"/>
              <a:sym typeface="Lato"/>
            </a:endParaRPr>
          </a:p>
        </p:txBody>
      </p:sp>
      <p:sp>
        <p:nvSpPr>
          <p:cNvPr id="552" name="Google Shape;552;p56"/>
          <p:cNvSpPr txBox="1"/>
          <p:nvPr>
            <p:ph type="title"/>
          </p:nvPr>
        </p:nvSpPr>
        <p:spPr>
          <a:xfrm>
            <a:off x="910650" y="1462775"/>
            <a:ext cx="7349400" cy="25134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4800"/>
              <a:buNone/>
            </a:pPr>
            <a:r>
              <a:rPr lang="en"/>
              <a:t>Good luck, be creative, and have fun!</a:t>
            </a:r>
            <a:endParaRPr sz="5200"/>
          </a:p>
        </p:txBody>
      </p:sp>
    </p:spTree>
  </p:cSld>
  <p:clrMapOvr>
    <a:masterClrMapping/>
  </p:clrMapOvr>
</p:sld>
</file>

<file path=ppt/theme/theme1.xml><?xml version="1.0" encoding="utf-8"?>
<a:theme xmlns:a="http://schemas.openxmlformats.org/drawingml/2006/main" xmlns:r="http://schemas.openxmlformats.org/officeDocument/2006/relationships" name="Slides Pitch 2024">
  <a:themeElements>
    <a:clrScheme name="Google Colours">
      <a:dk1>
        <a:srgbClr val="000000"/>
      </a:dk1>
      <a:lt1>
        <a:srgbClr val="182A43"/>
      </a:lt1>
      <a:dk2>
        <a:srgbClr val="253851"/>
      </a:dk2>
      <a:lt2>
        <a:srgbClr val="364D6C"/>
      </a:lt2>
      <a:accent1>
        <a:srgbClr val="4F6887"/>
      </a:accent1>
      <a:accent2>
        <a:srgbClr val="6C87A6"/>
      </a:accent2>
      <a:accent3>
        <a:srgbClr val="86A3C3"/>
      </a:accent3>
      <a:accent4>
        <a:srgbClr val="97C5EF"/>
      </a:accent4>
      <a:accent5>
        <a:srgbClr val="A7D4FF"/>
      </a:accent5>
      <a:accent6>
        <a:srgbClr val="BEDEFF"/>
      </a:accent6>
      <a:hlink>
        <a:srgbClr val="FFFFFF"/>
      </a:hlink>
      <a:folHlink>
        <a:srgbClr val="7B1FA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